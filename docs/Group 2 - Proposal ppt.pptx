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12192000"/>
  <p:embeddedFontLst>
    <p:embeddedFont>
      <p:font typeface="微软雅黑" panose="020B0503020204020204" pitchFamily="34" charset="-122"/>
      <p:regular r:id="rId19"/>
      <p:bold r:id="rId20"/>
    </p:embeddedFont>
    <p:embeddedFont>
      <p:font typeface="Hedvig Letters Sans" panose="020B0604020202020204" charset="0"/>
      <p:regular r:id="rId21"/>
    </p:embeddedFont>
    <p:embeddedFont>
      <p:font typeface="Liter" panose="020B0604020202020204" charset="0"/>
      <p:regular r:id="rId22"/>
    </p:embeddedFont>
    <p:embeddedFont>
      <p:font typeface="Quattrocento Sans" panose="020B0502050000020003" pitchFamily="34" charset="0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7ACF"/>
    <a:srgbClr val="B07BD7"/>
    <a:srgbClr val="00759E"/>
    <a:srgbClr val="009BD2"/>
    <a:srgbClr val="AA34B6"/>
    <a:srgbClr val="D079D9"/>
    <a:srgbClr val="4C70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19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881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D4A49-EA4E-8691-7C17-0AFAE5BC4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B7D7CF-3229-4F61-4E7A-DB760A6641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380915-C55B-3CF4-24C8-2D8F178564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9959C0-3749-4518-9ACD-4AB5257370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2657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0">
              <a:srgbClr val="002060"/>
            </a:gs>
            <a:gs pos="100000">
              <a:schemeClr val="tx1">
                <a:lumMod val="75000"/>
                <a:lumOff val="25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384809" y="466725"/>
            <a:ext cx="2153117" cy="388620"/>
          </a:xfrm>
          <a:custGeom>
            <a:avLst/>
            <a:gdLst/>
            <a:ahLst/>
            <a:cxnLst/>
            <a:rect l="l" t="t" r="r" b="b"/>
            <a:pathLst>
              <a:path w="1855470" h="388620">
                <a:moveTo>
                  <a:pt x="194310" y="0"/>
                </a:moveTo>
                <a:lnTo>
                  <a:pt x="1661160" y="0"/>
                </a:lnTo>
                <a:cubicBezTo>
                  <a:pt x="1768474" y="0"/>
                  <a:pt x="1855470" y="86996"/>
                  <a:pt x="1855470" y="194310"/>
                </a:cubicBezTo>
                <a:lnTo>
                  <a:pt x="1855470" y="194310"/>
                </a:lnTo>
                <a:cubicBezTo>
                  <a:pt x="1855470" y="301624"/>
                  <a:pt x="1768474" y="388620"/>
                  <a:pt x="1661160" y="388620"/>
                </a:cubicBezTo>
                <a:lnTo>
                  <a:pt x="194310" y="388620"/>
                </a:lnTo>
                <a:cubicBezTo>
                  <a:pt x="86996" y="388620"/>
                  <a:pt x="0" y="301624"/>
                  <a:pt x="0" y="194310"/>
                </a:cubicBezTo>
                <a:lnTo>
                  <a:pt x="0" y="194310"/>
                </a:lnTo>
                <a:cubicBezTo>
                  <a:pt x="0" y="86996"/>
                  <a:pt x="86996" y="0"/>
                  <a:pt x="19431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10160">
            <a:solidFill>
              <a:srgbClr val="FFFF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1020" y="546735"/>
            <a:ext cx="1828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SECOND YEAR PROJECT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087755"/>
            <a:ext cx="88201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Laboratory Information System (LIS)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745105"/>
            <a:ext cx="7458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Medical Laboratories with Semi-Automatic Equipment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3507105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295400" y="3392805"/>
            <a:ext cx="304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Transformation in Healthcare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4810" y="4050030"/>
            <a:ext cx="5551170" cy="1226820"/>
          </a:xfrm>
          <a:custGeom>
            <a:avLst/>
            <a:gdLst/>
            <a:ahLst/>
            <a:cxnLst/>
            <a:rect l="l" t="t" r="r" b="b"/>
            <a:pathLst>
              <a:path w="5551170" h="1226820">
                <a:moveTo>
                  <a:pt x="152396" y="0"/>
                </a:moveTo>
                <a:lnTo>
                  <a:pt x="5398774" y="0"/>
                </a:lnTo>
                <a:cubicBezTo>
                  <a:pt x="5482940" y="0"/>
                  <a:pt x="5551170" y="68230"/>
                  <a:pt x="5551170" y="152396"/>
                </a:cubicBezTo>
                <a:lnTo>
                  <a:pt x="5551170" y="1074424"/>
                </a:lnTo>
                <a:cubicBezTo>
                  <a:pt x="5551170" y="1158590"/>
                  <a:pt x="5482940" y="1226820"/>
                  <a:pt x="5398774" y="1226820"/>
                </a:cubicBezTo>
                <a:lnTo>
                  <a:pt x="152396" y="1226820"/>
                </a:lnTo>
                <a:cubicBezTo>
                  <a:pt x="68286" y="1226820"/>
                  <a:pt x="0" y="1158534"/>
                  <a:pt x="0" y="1074424"/>
                </a:cubicBezTo>
                <a:lnTo>
                  <a:pt x="0" y="152396"/>
                </a:lnTo>
                <a:cubicBezTo>
                  <a:pt x="0" y="68286"/>
                  <a:pt x="68286" y="0"/>
                  <a:pt x="15239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07695" y="424434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21399" y="9019"/>
                </a:moveTo>
                <a:cubicBezTo>
                  <a:pt x="117024" y="6519"/>
                  <a:pt x="111621" y="6519"/>
                  <a:pt x="107201" y="9019"/>
                </a:cubicBezTo>
                <a:lnTo>
                  <a:pt x="7188" y="66169"/>
                </a:lnTo>
                <a:cubicBezTo>
                  <a:pt x="1563" y="69384"/>
                  <a:pt x="-1206" y="75992"/>
                  <a:pt x="446" y="82242"/>
                </a:cubicBezTo>
                <a:cubicBezTo>
                  <a:pt x="2098" y="88493"/>
                  <a:pt x="7813" y="92869"/>
                  <a:pt x="14288" y="92869"/>
                </a:cubicBezTo>
                <a:lnTo>
                  <a:pt x="28575" y="92869"/>
                </a:lnTo>
                <a:lnTo>
                  <a:pt x="28575" y="185738"/>
                </a:lnTo>
                <a:lnTo>
                  <a:pt x="28575" y="185738"/>
                </a:lnTo>
                <a:lnTo>
                  <a:pt x="5715" y="202883"/>
                </a:lnTo>
                <a:cubicBezTo>
                  <a:pt x="2098" y="205561"/>
                  <a:pt x="0" y="209803"/>
                  <a:pt x="0" y="214313"/>
                </a:cubicBezTo>
                <a:cubicBezTo>
                  <a:pt x="0" y="222215"/>
                  <a:pt x="6385" y="228600"/>
                  <a:pt x="14288" y="228600"/>
                </a:cubicBezTo>
                <a:lnTo>
                  <a:pt x="214313" y="228600"/>
                </a:lnTo>
                <a:cubicBezTo>
                  <a:pt x="222215" y="228600"/>
                  <a:pt x="228600" y="222215"/>
                  <a:pt x="228600" y="214313"/>
                </a:cubicBezTo>
                <a:cubicBezTo>
                  <a:pt x="228600" y="209803"/>
                  <a:pt x="226502" y="205561"/>
                  <a:pt x="222885" y="202883"/>
                </a:cubicBezTo>
                <a:lnTo>
                  <a:pt x="200025" y="185738"/>
                </a:lnTo>
                <a:lnTo>
                  <a:pt x="200025" y="92869"/>
                </a:lnTo>
                <a:lnTo>
                  <a:pt x="214313" y="92869"/>
                </a:lnTo>
                <a:cubicBezTo>
                  <a:pt x="220787" y="92869"/>
                  <a:pt x="226457" y="88493"/>
                  <a:pt x="228109" y="82242"/>
                </a:cubicBezTo>
                <a:cubicBezTo>
                  <a:pt x="229761" y="75992"/>
                  <a:pt x="226993" y="69384"/>
                  <a:pt x="221367" y="66169"/>
                </a:cubicBezTo>
                <a:lnTo>
                  <a:pt x="121354" y="9019"/>
                </a:lnTo>
                <a:close/>
                <a:moveTo>
                  <a:pt x="178594" y="92869"/>
                </a:moveTo>
                <a:lnTo>
                  <a:pt x="178594" y="185738"/>
                </a:lnTo>
                <a:lnTo>
                  <a:pt x="150019" y="185738"/>
                </a:lnTo>
                <a:lnTo>
                  <a:pt x="150019" y="92869"/>
                </a:lnTo>
                <a:lnTo>
                  <a:pt x="178594" y="92869"/>
                </a:lnTo>
                <a:close/>
                <a:moveTo>
                  <a:pt x="128588" y="92869"/>
                </a:moveTo>
                <a:lnTo>
                  <a:pt x="128588" y="185738"/>
                </a:lnTo>
                <a:lnTo>
                  <a:pt x="100013" y="185738"/>
                </a:lnTo>
                <a:lnTo>
                  <a:pt x="100013" y="92869"/>
                </a:lnTo>
                <a:lnTo>
                  <a:pt x="128588" y="92869"/>
                </a:lnTo>
                <a:close/>
                <a:moveTo>
                  <a:pt x="78581" y="92869"/>
                </a:moveTo>
                <a:lnTo>
                  <a:pt x="78581" y="185738"/>
                </a:lnTo>
                <a:lnTo>
                  <a:pt x="50006" y="185738"/>
                </a:lnTo>
                <a:lnTo>
                  <a:pt x="50006" y="92869"/>
                </a:lnTo>
                <a:lnTo>
                  <a:pt x="78581" y="92869"/>
                </a:lnTo>
                <a:close/>
                <a:moveTo>
                  <a:pt x="114300" y="42863"/>
                </a:moveTo>
                <a:cubicBezTo>
                  <a:pt x="122185" y="42863"/>
                  <a:pt x="128588" y="49265"/>
                  <a:pt x="128588" y="57150"/>
                </a:cubicBezTo>
                <a:cubicBezTo>
                  <a:pt x="128588" y="65035"/>
                  <a:pt x="122185" y="71438"/>
                  <a:pt x="114300" y="71438"/>
                </a:cubicBezTo>
                <a:cubicBezTo>
                  <a:pt x="106415" y="71438"/>
                  <a:pt x="100013" y="65035"/>
                  <a:pt x="100013" y="57150"/>
                </a:cubicBezTo>
                <a:cubicBezTo>
                  <a:pt x="100013" y="49265"/>
                  <a:pt x="106415" y="42863"/>
                  <a:pt x="114300" y="42863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79170" y="4244340"/>
            <a:ext cx="733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Institution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79120" y="4587240"/>
            <a:ext cx="5238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General Sir John Kotelawala Defence University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Faculty of Computing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252210" y="4050030"/>
            <a:ext cx="5551170" cy="1226820"/>
          </a:xfrm>
          <a:custGeom>
            <a:avLst/>
            <a:gdLst/>
            <a:ahLst/>
            <a:cxnLst/>
            <a:rect l="l" t="t" r="r" b="b"/>
            <a:pathLst>
              <a:path w="5551170" h="1226820">
                <a:moveTo>
                  <a:pt x="152396" y="0"/>
                </a:moveTo>
                <a:lnTo>
                  <a:pt x="5398774" y="0"/>
                </a:lnTo>
                <a:cubicBezTo>
                  <a:pt x="5482940" y="0"/>
                  <a:pt x="5551170" y="68230"/>
                  <a:pt x="5551170" y="152396"/>
                </a:cubicBezTo>
                <a:lnTo>
                  <a:pt x="5551170" y="1074424"/>
                </a:lnTo>
                <a:cubicBezTo>
                  <a:pt x="5551170" y="1158590"/>
                  <a:pt x="5482940" y="1226820"/>
                  <a:pt x="5398774" y="1226820"/>
                </a:cubicBezTo>
                <a:lnTo>
                  <a:pt x="152396" y="1226820"/>
                </a:lnTo>
                <a:cubicBezTo>
                  <a:pt x="68286" y="1226820"/>
                  <a:pt x="0" y="1158534"/>
                  <a:pt x="0" y="1074424"/>
                </a:cubicBezTo>
                <a:lnTo>
                  <a:pt x="0" y="152396"/>
                </a:lnTo>
                <a:cubicBezTo>
                  <a:pt x="0" y="68286"/>
                  <a:pt x="68286" y="0"/>
                  <a:pt x="15239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489382" y="424434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70442" y="110728"/>
                  <a:pt x="46434" y="86721"/>
                  <a:pt x="46434" y="57150"/>
                </a:cubicBezTo>
                <a:cubicBezTo>
                  <a:pt x="46434" y="27579"/>
                  <a:pt x="70442" y="3572"/>
                  <a:pt x="100012" y="3572"/>
                </a:cubicBezTo>
                <a:cubicBezTo>
                  <a:pt x="129583" y="3572"/>
                  <a:pt x="153591" y="27579"/>
                  <a:pt x="153591" y="57150"/>
                </a:cubicBezTo>
                <a:cubicBezTo>
                  <a:pt x="153591" y="86721"/>
                  <a:pt x="129583" y="110728"/>
                  <a:pt x="100013" y="110728"/>
                </a:cubicBezTo>
                <a:close/>
                <a:moveTo>
                  <a:pt x="86395" y="135731"/>
                </a:moveTo>
                <a:lnTo>
                  <a:pt x="113630" y="135731"/>
                </a:lnTo>
                <a:cubicBezTo>
                  <a:pt x="117961" y="135731"/>
                  <a:pt x="121444" y="139214"/>
                  <a:pt x="121444" y="143545"/>
                </a:cubicBezTo>
                <a:cubicBezTo>
                  <a:pt x="121444" y="145420"/>
                  <a:pt x="120774" y="147206"/>
                  <a:pt x="119569" y="148635"/>
                </a:cubicBezTo>
                <a:lnTo>
                  <a:pt x="107335" y="162922"/>
                </a:lnTo>
                <a:lnTo>
                  <a:pt x="121176" y="214313"/>
                </a:lnTo>
                <a:lnTo>
                  <a:pt x="121444" y="214313"/>
                </a:lnTo>
                <a:lnTo>
                  <a:pt x="136892" y="152474"/>
                </a:lnTo>
                <a:cubicBezTo>
                  <a:pt x="137874" y="148590"/>
                  <a:pt x="141848" y="146224"/>
                  <a:pt x="145599" y="147652"/>
                </a:cubicBezTo>
                <a:cubicBezTo>
                  <a:pt x="173236" y="158189"/>
                  <a:pt x="192881" y="184978"/>
                  <a:pt x="192881" y="216322"/>
                </a:cubicBezTo>
                <a:cubicBezTo>
                  <a:pt x="192881" y="223064"/>
                  <a:pt x="187389" y="228555"/>
                  <a:pt x="180648" y="228555"/>
                </a:cubicBezTo>
                <a:lnTo>
                  <a:pt x="19377" y="228600"/>
                </a:lnTo>
                <a:cubicBezTo>
                  <a:pt x="12636" y="228600"/>
                  <a:pt x="7144" y="223108"/>
                  <a:pt x="7144" y="216366"/>
                </a:cubicBezTo>
                <a:cubicBezTo>
                  <a:pt x="7144" y="185023"/>
                  <a:pt x="26789" y="158234"/>
                  <a:pt x="54426" y="147697"/>
                </a:cubicBezTo>
                <a:cubicBezTo>
                  <a:pt x="58177" y="146268"/>
                  <a:pt x="62151" y="148635"/>
                  <a:pt x="63133" y="152519"/>
                </a:cubicBezTo>
                <a:lnTo>
                  <a:pt x="78581" y="214357"/>
                </a:lnTo>
                <a:lnTo>
                  <a:pt x="78849" y="214357"/>
                </a:lnTo>
                <a:lnTo>
                  <a:pt x="92690" y="162967"/>
                </a:lnTo>
                <a:lnTo>
                  <a:pt x="80456" y="148679"/>
                </a:lnTo>
                <a:cubicBezTo>
                  <a:pt x="79251" y="147251"/>
                  <a:pt x="78581" y="145465"/>
                  <a:pt x="78581" y="143589"/>
                </a:cubicBezTo>
                <a:cubicBezTo>
                  <a:pt x="78581" y="139258"/>
                  <a:pt x="82064" y="135776"/>
                  <a:pt x="86395" y="135776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846570" y="4244340"/>
            <a:ext cx="781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Supervisor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46520" y="4587240"/>
            <a:ext cx="523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Dr. BVKI Vidanage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84810" y="5513070"/>
            <a:ext cx="11418570" cy="960120"/>
          </a:xfrm>
          <a:custGeom>
            <a:avLst/>
            <a:gdLst/>
            <a:ahLst/>
            <a:cxnLst/>
            <a:rect l="l" t="t" r="r" b="b"/>
            <a:pathLst>
              <a:path w="11418570" h="960120">
                <a:moveTo>
                  <a:pt x="152400" y="0"/>
                </a:moveTo>
                <a:lnTo>
                  <a:pt x="11266170" y="0"/>
                </a:lnTo>
                <a:cubicBezTo>
                  <a:pt x="11350338" y="0"/>
                  <a:pt x="11418570" y="68232"/>
                  <a:pt x="11418570" y="152400"/>
                </a:cubicBezTo>
                <a:lnTo>
                  <a:pt x="11418570" y="807720"/>
                </a:lnTo>
                <a:cubicBezTo>
                  <a:pt x="11418570" y="891888"/>
                  <a:pt x="11350338" y="960120"/>
                  <a:pt x="11266170" y="960120"/>
                </a:cubicBezTo>
                <a:lnTo>
                  <a:pt x="152400" y="960120"/>
                </a:lnTo>
                <a:cubicBezTo>
                  <a:pt x="68232" y="960120"/>
                  <a:pt x="0" y="891888"/>
                  <a:pt x="0" y="80772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79120" y="570738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79170" y="5707380"/>
            <a:ext cx="1152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Members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79120" y="6050280"/>
            <a:ext cx="11106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AAN Hirundika • WMDGJ Warnasooriya • Kavindu Kavishka • PV Kavinda • P Rohit • Imesha Rajapaksha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563EB"/>
              </a:gs>
              <a:gs pos="100000">
                <a:srgbClr val="7C3AED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26256" y="5715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07156" y="0"/>
                </a:moveTo>
                <a:lnTo>
                  <a:pt x="47625" y="0"/>
                </a:lnTo>
                <a:cubicBezTo>
                  <a:pt x="41039" y="0"/>
                  <a:pt x="35719" y="5321"/>
                  <a:pt x="35719" y="11906"/>
                </a:cubicBezTo>
                <a:cubicBezTo>
                  <a:pt x="35719" y="18492"/>
                  <a:pt x="41039" y="23812"/>
                  <a:pt x="47625" y="23812"/>
                </a:cubicBezTo>
                <a:lnTo>
                  <a:pt x="47625" y="80181"/>
                </a:lnTo>
                <a:lnTo>
                  <a:pt x="2791" y="158614"/>
                </a:lnTo>
                <a:cubicBezTo>
                  <a:pt x="967" y="161851"/>
                  <a:pt x="0" y="165460"/>
                  <a:pt x="0" y="169180"/>
                </a:cubicBezTo>
                <a:cubicBezTo>
                  <a:pt x="0" y="180975"/>
                  <a:pt x="9525" y="190500"/>
                  <a:pt x="21320" y="190500"/>
                </a:cubicBezTo>
                <a:lnTo>
                  <a:pt x="145368" y="190500"/>
                </a:lnTo>
                <a:cubicBezTo>
                  <a:pt x="157125" y="190500"/>
                  <a:pt x="166688" y="180975"/>
                  <a:pt x="166688" y="169180"/>
                </a:cubicBezTo>
                <a:cubicBezTo>
                  <a:pt x="166688" y="165460"/>
                  <a:pt x="165720" y="161813"/>
                  <a:pt x="163897" y="158614"/>
                </a:cubicBezTo>
                <a:lnTo>
                  <a:pt x="119063" y="80181"/>
                </a:lnTo>
                <a:lnTo>
                  <a:pt x="119063" y="23812"/>
                </a:lnTo>
                <a:cubicBezTo>
                  <a:pt x="125648" y="23812"/>
                  <a:pt x="130969" y="18492"/>
                  <a:pt x="130969" y="11906"/>
                </a:cubicBezTo>
                <a:cubicBezTo>
                  <a:pt x="130969" y="5321"/>
                  <a:pt x="125648" y="0"/>
                  <a:pt x="119063" y="0"/>
                </a:cubicBezTo>
                <a:lnTo>
                  <a:pt x="107156" y="0"/>
                </a:lnTo>
                <a:close/>
                <a:moveTo>
                  <a:pt x="71438" y="80181"/>
                </a:moveTo>
                <a:lnTo>
                  <a:pt x="71438" y="23812"/>
                </a:lnTo>
                <a:lnTo>
                  <a:pt x="95250" y="23812"/>
                </a:lnTo>
                <a:lnTo>
                  <a:pt x="95250" y="80181"/>
                </a:lnTo>
                <a:cubicBezTo>
                  <a:pt x="95250" y="84311"/>
                  <a:pt x="96329" y="88404"/>
                  <a:pt x="98375" y="92013"/>
                </a:cubicBezTo>
                <a:lnTo>
                  <a:pt x="113854" y="119063"/>
                </a:lnTo>
                <a:lnTo>
                  <a:pt x="52834" y="119063"/>
                </a:lnTo>
                <a:lnTo>
                  <a:pt x="68312" y="92013"/>
                </a:lnTo>
                <a:cubicBezTo>
                  <a:pt x="70358" y="88404"/>
                  <a:pt x="71438" y="84348"/>
                  <a:pt x="71438" y="8018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52500" y="381000"/>
            <a:ext cx="2028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Context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571500"/>
            <a:ext cx="2133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293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257300"/>
            <a:ext cx="6743700" cy="1543050"/>
          </a:xfrm>
          <a:custGeom>
            <a:avLst/>
            <a:gdLst/>
            <a:ahLst/>
            <a:cxnLst/>
            <a:rect l="l" t="t" r="r" b="b"/>
            <a:pathLst>
              <a:path w="6743700" h="1543050">
                <a:moveTo>
                  <a:pt x="38100" y="0"/>
                </a:moveTo>
                <a:lnTo>
                  <a:pt x="6591293" y="0"/>
                </a:lnTo>
                <a:cubicBezTo>
                  <a:pt x="6675465" y="0"/>
                  <a:pt x="6743700" y="68235"/>
                  <a:pt x="6743700" y="152407"/>
                </a:cubicBezTo>
                <a:lnTo>
                  <a:pt x="6743700" y="1390643"/>
                </a:lnTo>
                <a:cubicBezTo>
                  <a:pt x="6743700" y="1474815"/>
                  <a:pt x="6675465" y="1543050"/>
                  <a:pt x="6591293" y="1543050"/>
                </a:cubicBezTo>
                <a:lnTo>
                  <a:pt x="38100" y="1543050"/>
                </a:lnTo>
                <a:cubicBezTo>
                  <a:pt x="17072" y="1543050"/>
                  <a:pt x="0" y="1525978"/>
                  <a:pt x="0" y="1504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00050" y="1257300"/>
            <a:ext cx="38100" cy="1543050"/>
          </a:xfrm>
          <a:custGeom>
            <a:avLst/>
            <a:gdLst/>
            <a:ahLst/>
            <a:cxnLst/>
            <a:rect l="l" t="t" r="r" b="b"/>
            <a:pathLst>
              <a:path w="38100" h="1543050">
                <a:moveTo>
                  <a:pt x="38100" y="0"/>
                </a:moveTo>
                <a:lnTo>
                  <a:pt x="38100" y="0"/>
                </a:lnTo>
                <a:lnTo>
                  <a:pt x="38100" y="1543050"/>
                </a:lnTo>
                <a:lnTo>
                  <a:pt x="38100" y="1543050"/>
                </a:lnTo>
                <a:cubicBezTo>
                  <a:pt x="17072" y="1543050"/>
                  <a:pt x="0" y="1525978"/>
                  <a:pt x="0" y="1504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7700" y="1485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563EB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85813" y="16383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57150" y="28575"/>
                </a:moveTo>
                <a:cubicBezTo>
                  <a:pt x="57150" y="12814"/>
                  <a:pt x="69964" y="0"/>
                  <a:pt x="85725" y="0"/>
                </a:cubicBezTo>
                <a:lnTo>
                  <a:pt x="171450" y="0"/>
                </a:lnTo>
                <a:cubicBezTo>
                  <a:pt x="187211" y="0"/>
                  <a:pt x="200025" y="12814"/>
                  <a:pt x="200025" y="28575"/>
                </a:cubicBezTo>
                <a:lnTo>
                  <a:pt x="200025" y="57150"/>
                </a:lnTo>
                <a:lnTo>
                  <a:pt x="228600" y="57150"/>
                </a:lnTo>
                <a:cubicBezTo>
                  <a:pt x="244361" y="57150"/>
                  <a:pt x="257175" y="69964"/>
                  <a:pt x="257175" y="85725"/>
                </a:cubicBezTo>
                <a:lnTo>
                  <a:pt x="257175" y="200025"/>
                </a:lnTo>
                <a:cubicBezTo>
                  <a:pt x="257175" y="215786"/>
                  <a:pt x="244361" y="228600"/>
                  <a:pt x="228600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85725"/>
                </a:lnTo>
                <a:cubicBezTo>
                  <a:pt x="0" y="69964"/>
                  <a:pt x="12814" y="57150"/>
                  <a:pt x="28575" y="57150"/>
                </a:cubicBezTo>
                <a:lnTo>
                  <a:pt x="57150" y="57150"/>
                </a:lnTo>
                <a:lnTo>
                  <a:pt x="57150" y="28575"/>
                </a:lnTo>
                <a:close/>
                <a:moveTo>
                  <a:pt x="121444" y="157163"/>
                </a:moveTo>
                <a:cubicBezTo>
                  <a:pt x="113541" y="157163"/>
                  <a:pt x="107156" y="163547"/>
                  <a:pt x="107156" y="171450"/>
                </a:cubicBezTo>
                <a:lnTo>
                  <a:pt x="107156" y="207169"/>
                </a:lnTo>
                <a:lnTo>
                  <a:pt x="150019" y="207169"/>
                </a:lnTo>
                <a:lnTo>
                  <a:pt x="150019" y="171450"/>
                </a:lnTo>
                <a:cubicBezTo>
                  <a:pt x="150019" y="163547"/>
                  <a:pt x="143634" y="157163"/>
                  <a:pt x="135731" y="157163"/>
                </a:cubicBezTo>
                <a:lnTo>
                  <a:pt x="121444" y="157163"/>
                </a:lnTo>
                <a:close/>
                <a:moveTo>
                  <a:pt x="57150" y="164306"/>
                </a:moveTo>
                <a:lnTo>
                  <a:pt x="57150" y="150019"/>
                </a:lnTo>
                <a:cubicBezTo>
                  <a:pt x="57150" y="146090"/>
                  <a:pt x="53935" y="142875"/>
                  <a:pt x="50006" y="142875"/>
                </a:cubicBezTo>
                <a:lnTo>
                  <a:pt x="35719" y="142875"/>
                </a:lnTo>
                <a:cubicBezTo>
                  <a:pt x="31790" y="142875"/>
                  <a:pt x="28575" y="146090"/>
                  <a:pt x="28575" y="150019"/>
                </a:cubicBezTo>
                <a:lnTo>
                  <a:pt x="28575" y="164306"/>
                </a:lnTo>
                <a:cubicBezTo>
                  <a:pt x="28575" y="168235"/>
                  <a:pt x="31790" y="171450"/>
                  <a:pt x="35719" y="171450"/>
                </a:cubicBezTo>
                <a:lnTo>
                  <a:pt x="50006" y="171450"/>
                </a:lnTo>
                <a:cubicBezTo>
                  <a:pt x="53935" y="171450"/>
                  <a:pt x="57150" y="168235"/>
                  <a:pt x="57150" y="164306"/>
                </a:cubicBezTo>
                <a:close/>
                <a:moveTo>
                  <a:pt x="50006" y="114300"/>
                </a:moveTo>
                <a:cubicBezTo>
                  <a:pt x="53935" y="114300"/>
                  <a:pt x="57150" y="111085"/>
                  <a:pt x="57150" y="107156"/>
                </a:cubicBezTo>
                <a:lnTo>
                  <a:pt x="57150" y="92869"/>
                </a:lnTo>
                <a:cubicBezTo>
                  <a:pt x="57150" y="88940"/>
                  <a:pt x="53935" y="85725"/>
                  <a:pt x="50006" y="85725"/>
                </a:cubicBezTo>
                <a:lnTo>
                  <a:pt x="35719" y="85725"/>
                </a:lnTo>
                <a:cubicBezTo>
                  <a:pt x="31790" y="85725"/>
                  <a:pt x="28575" y="88940"/>
                  <a:pt x="28575" y="92869"/>
                </a:cubicBezTo>
                <a:lnTo>
                  <a:pt x="28575" y="107156"/>
                </a:lnTo>
                <a:cubicBezTo>
                  <a:pt x="28575" y="111085"/>
                  <a:pt x="31790" y="114300"/>
                  <a:pt x="35719" y="114300"/>
                </a:cubicBezTo>
                <a:lnTo>
                  <a:pt x="50006" y="114300"/>
                </a:lnTo>
                <a:close/>
                <a:moveTo>
                  <a:pt x="228600" y="164306"/>
                </a:moveTo>
                <a:lnTo>
                  <a:pt x="228600" y="150019"/>
                </a:lnTo>
                <a:cubicBezTo>
                  <a:pt x="228600" y="146090"/>
                  <a:pt x="225385" y="142875"/>
                  <a:pt x="221456" y="142875"/>
                </a:cubicBezTo>
                <a:lnTo>
                  <a:pt x="207169" y="142875"/>
                </a:lnTo>
                <a:cubicBezTo>
                  <a:pt x="203240" y="142875"/>
                  <a:pt x="200025" y="146090"/>
                  <a:pt x="200025" y="150019"/>
                </a:cubicBezTo>
                <a:lnTo>
                  <a:pt x="200025" y="164306"/>
                </a:lnTo>
                <a:cubicBezTo>
                  <a:pt x="200025" y="168235"/>
                  <a:pt x="203240" y="171450"/>
                  <a:pt x="207169" y="171450"/>
                </a:cubicBezTo>
                <a:lnTo>
                  <a:pt x="221456" y="171450"/>
                </a:lnTo>
                <a:cubicBezTo>
                  <a:pt x="225385" y="171450"/>
                  <a:pt x="228600" y="168235"/>
                  <a:pt x="228600" y="164306"/>
                </a:cubicBezTo>
                <a:close/>
                <a:moveTo>
                  <a:pt x="221456" y="114300"/>
                </a:moveTo>
                <a:cubicBezTo>
                  <a:pt x="225385" y="114300"/>
                  <a:pt x="228600" y="111085"/>
                  <a:pt x="228600" y="107156"/>
                </a:cubicBezTo>
                <a:lnTo>
                  <a:pt x="228600" y="92869"/>
                </a:lnTo>
                <a:cubicBezTo>
                  <a:pt x="228600" y="88940"/>
                  <a:pt x="225385" y="85725"/>
                  <a:pt x="221456" y="85725"/>
                </a:cubicBezTo>
                <a:lnTo>
                  <a:pt x="207169" y="85725"/>
                </a:lnTo>
                <a:cubicBezTo>
                  <a:pt x="203240" y="85725"/>
                  <a:pt x="200025" y="88940"/>
                  <a:pt x="200025" y="92869"/>
                </a:cubicBezTo>
                <a:lnTo>
                  <a:pt x="200025" y="107156"/>
                </a:lnTo>
                <a:cubicBezTo>
                  <a:pt x="200025" y="111085"/>
                  <a:pt x="203240" y="114300"/>
                  <a:pt x="207169" y="114300"/>
                </a:cubicBezTo>
                <a:lnTo>
                  <a:pt x="221456" y="114300"/>
                </a:lnTo>
                <a:close/>
                <a:moveTo>
                  <a:pt x="117872" y="46434"/>
                </a:moveTo>
                <a:lnTo>
                  <a:pt x="117872" y="60722"/>
                </a:lnTo>
                <a:lnTo>
                  <a:pt x="103584" y="60722"/>
                </a:lnTo>
                <a:cubicBezTo>
                  <a:pt x="99655" y="60722"/>
                  <a:pt x="96441" y="63937"/>
                  <a:pt x="96441" y="67866"/>
                </a:cubicBezTo>
                <a:lnTo>
                  <a:pt x="96441" y="75009"/>
                </a:lnTo>
                <a:cubicBezTo>
                  <a:pt x="96441" y="78938"/>
                  <a:pt x="99655" y="82153"/>
                  <a:pt x="103584" y="82153"/>
                </a:cubicBezTo>
                <a:lnTo>
                  <a:pt x="117872" y="82153"/>
                </a:lnTo>
                <a:lnTo>
                  <a:pt x="117872" y="96441"/>
                </a:lnTo>
                <a:cubicBezTo>
                  <a:pt x="117872" y="100370"/>
                  <a:pt x="121087" y="103584"/>
                  <a:pt x="125016" y="103584"/>
                </a:cubicBezTo>
                <a:lnTo>
                  <a:pt x="132159" y="103584"/>
                </a:lnTo>
                <a:cubicBezTo>
                  <a:pt x="136088" y="103584"/>
                  <a:pt x="139303" y="100370"/>
                  <a:pt x="139303" y="96441"/>
                </a:cubicBezTo>
                <a:lnTo>
                  <a:pt x="139303" y="82153"/>
                </a:lnTo>
                <a:lnTo>
                  <a:pt x="153591" y="82153"/>
                </a:lnTo>
                <a:cubicBezTo>
                  <a:pt x="157520" y="82153"/>
                  <a:pt x="160734" y="78938"/>
                  <a:pt x="160734" y="75009"/>
                </a:cubicBezTo>
                <a:lnTo>
                  <a:pt x="160734" y="67866"/>
                </a:lnTo>
                <a:cubicBezTo>
                  <a:pt x="160734" y="63937"/>
                  <a:pt x="157520" y="60722"/>
                  <a:pt x="153591" y="60722"/>
                </a:cubicBezTo>
                <a:lnTo>
                  <a:pt x="139303" y="60722"/>
                </a:lnTo>
                <a:lnTo>
                  <a:pt x="139303" y="46434"/>
                </a:lnTo>
                <a:cubicBezTo>
                  <a:pt x="139303" y="42505"/>
                  <a:pt x="136088" y="39291"/>
                  <a:pt x="132159" y="39291"/>
                </a:cubicBezTo>
                <a:lnTo>
                  <a:pt x="125016" y="39291"/>
                </a:lnTo>
                <a:cubicBezTo>
                  <a:pt x="121087" y="39291"/>
                  <a:pt x="117872" y="42505"/>
                  <a:pt x="117872" y="46434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33500" y="1485900"/>
            <a:ext cx="5676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Healthcare Infrastructure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33500" y="1828800"/>
            <a:ext cx="5657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Medical laboratories serve as the backbone of healthcare delivery, providing essential diagnostic services that guide treatment decisions and patient care pathways.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2990850"/>
            <a:ext cx="6743700" cy="1295400"/>
          </a:xfrm>
          <a:custGeom>
            <a:avLst/>
            <a:gdLst/>
            <a:ahLst/>
            <a:cxnLst/>
            <a:rect l="l" t="t" r="r" b="b"/>
            <a:pathLst>
              <a:path w="6743700" h="1295400">
                <a:moveTo>
                  <a:pt x="38100" y="0"/>
                </a:moveTo>
                <a:lnTo>
                  <a:pt x="6591296" y="0"/>
                </a:lnTo>
                <a:cubicBezTo>
                  <a:pt x="6675466" y="0"/>
                  <a:pt x="6743700" y="68234"/>
                  <a:pt x="6743700" y="152404"/>
                </a:cubicBezTo>
                <a:lnTo>
                  <a:pt x="6743700" y="1142996"/>
                </a:lnTo>
                <a:cubicBezTo>
                  <a:pt x="6743700" y="1227166"/>
                  <a:pt x="6675466" y="1295400"/>
                  <a:pt x="6591296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00050" y="299085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7700" y="32194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7C3AED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8675" y="33718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73223" y="119077"/>
                </a:moveTo>
                <a:cubicBezTo>
                  <a:pt x="69919" y="114166"/>
                  <a:pt x="63267" y="112827"/>
                  <a:pt x="58356" y="116086"/>
                </a:cubicBezTo>
                <a:cubicBezTo>
                  <a:pt x="53444" y="119345"/>
                  <a:pt x="52105" y="126043"/>
                  <a:pt x="55364" y="130954"/>
                </a:cubicBezTo>
                <a:lnTo>
                  <a:pt x="72866" y="157163"/>
                </a:lnTo>
                <a:lnTo>
                  <a:pt x="55364" y="183371"/>
                </a:lnTo>
                <a:cubicBezTo>
                  <a:pt x="52060" y="188282"/>
                  <a:pt x="53400" y="194935"/>
                  <a:pt x="58356" y="198239"/>
                </a:cubicBezTo>
                <a:cubicBezTo>
                  <a:pt x="63311" y="201543"/>
                  <a:pt x="69919" y="200204"/>
                  <a:pt x="73223" y="195248"/>
                </a:cubicBezTo>
                <a:lnTo>
                  <a:pt x="85725" y="176495"/>
                </a:lnTo>
                <a:lnTo>
                  <a:pt x="98227" y="195248"/>
                </a:lnTo>
                <a:cubicBezTo>
                  <a:pt x="101531" y="200159"/>
                  <a:pt x="108183" y="201498"/>
                  <a:pt x="113094" y="198239"/>
                </a:cubicBezTo>
                <a:cubicBezTo>
                  <a:pt x="118006" y="194980"/>
                  <a:pt x="119345" y="188282"/>
                  <a:pt x="116086" y="183371"/>
                </a:cubicBezTo>
                <a:lnTo>
                  <a:pt x="98584" y="157163"/>
                </a:lnTo>
                <a:lnTo>
                  <a:pt x="116086" y="130954"/>
                </a:lnTo>
                <a:cubicBezTo>
                  <a:pt x="119390" y="126043"/>
                  <a:pt x="118050" y="119390"/>
                  <a:pt x="113094" y="116086"/>
                </a:cubicBezTo>
                <a:cubicBezTo>
                  <a:pt x="108139" y="112782"/>
                  <a:pt x="101531" y="114121"/>
                  <a:pt x="98227" y="119077"/>
                </a:cubicBezTo>
                <a:lnTo>
                  <a:pt x="85725" y="137830"/>
                </a:lnTo>
                <a:lnTo>
                  <a:pt x="73223" y="119077"/>
                </a:ln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33500" y="3219450"/>
            <a:ext cx="5676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Outdated Systems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33500" y="3562350"/>
            <a:ext cx="5657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Many laboratories continue to rely on manual processes, paper-based documentation, and Excel spreadsheets for managing patient data and test results.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0050" y="4476750"/>
            <a:ext cx="6743700" cy="1295400"/>
          </a:xfrm>
          <a:custGeom>
            <a:avLst/>
            <a:gdLst/>
            <a:ahLst/>
            <a:cxnLst/>
            <a:rect l="l" t="t" r="r" b="b"/>
            <a:pathLst>
              <a:path w="6743700" h="1295400">
                <a:moveTo>
                  <a:pt x="38100" y="0"/>
                </a:moveTo>
                <a:lnTo>
                  <a:pt x="6591296" y="0"/>
                </a:lnTo>
                <a:cubicBezTo>
                  <a:pt x="6675466" y="0"/>
                  <a:pt x="6743700" y="68234"/>
                  <a:pt x="6743700" y="152404"/>
                </a:cubicBezTo>
                <a:lnTo>
                  <a:pt x="6743700" y="1142996"/>
                </a:lnTo>
                <a:cubicBezTo>
                  <a:pt x="6743700" y="1227166"/>
                  <a:pt x="6675466" y="1295400"/>
                  <a:pt x="6591296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00050" y="447675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7700" y="47053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EA5E9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00100" y="48577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333500" y="4705350"/>
            <a:ext cx="5676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Systemic Inefficiencies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33500" y="5048250"/>
            <a:ext cx="5657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legacy approaches create significant operational delays, increase error rates, and ultimately result in poor patient satisfaction and compromised care quality.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76160" y="1257300"/>
            <a:ext cx="4438650" cy="2886075"/>
          </a:xfrm>
          <a:custGeom>
            <a:avLst/>
            <a:gdLst/>
            <a:ahLst/>
            <a:cxnLst/>
            <a:rect l="l" t="t" r="r" b="b"/>
            <a:pathLst>
              <a:path w="4438650" h="2886075">
                <a:moveTo>
                  <a:pt x="152414" y="0"/>
                </a:moveTo>
                <a:lnTo>
                  <a:pt x="4286236" y="0"/>
                </a:lnTo>
                <a:cubicBezTo>
                  <a:pt x="4370412" y="0"/>
                  <a:pt x="4438650" y="68238"/>
                  <a:pt x="4438650" y="152414"/>
                </a:cubicBezTo>
                <a:lnTo>
                  <a:pt x="4438650" y="2733661"/>
                </a:lnTo>
                <a:cubicBezTo>
                  <a:pt x="4438650" y="2817837"/>
                  <a:pt x="4370412" y="2886075"/>
                  <a:pt x="4286236" y="2886075"/>
                </a:cubicBezTo>
                <a:lnTo>
                  <a:pt x="152414" y="2886075"/>
                </a:lnTo>
                <a:cubicBezTo>
                  <a:pt x="68238" y="2886075"/>
                  <a:pt x="0" y="2817837"/>
                  <a:pt x="0" y="2733661"/>
                </a:cubicBezTo>
                <a:lnTo>
                  <a:pt x="0" y="152414"/>
                </a:lnTo>
                <a:cubicBezTo>
                  <a:pt x="0" y="68238"/>
                  <a:pt x="68238" y="0"/>
                  <a:pt x="152414" y="0"/>
                </a:cubicBezTo>
                <a:close/>
              </a:path>
            </a:pathLst>
          </a:custGeom>
          <a:gradFill flip="none" rotWithShape="1">
            <a:gsLst>
              <a:gs pos="0">
                <a:srgbClr val="2563EB"/>
              </a:gs>
              <a:gs pos="100000">
                <a:srgbClr val="7C3AED"/>
              </a:gs>
            </a:gsLst>
            <a:lin ang="270000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642860" y="149530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50031" y="142875"/>
                </a:moveTo>
                <a:cubicBezTo>
                  <a:pt x="250031" y="83734"/>
                  <a:pt x="202016" y="35719"/>
                  <a:pt x="142875" y="35719"/>
                </a:cubicBezTo>
                <a:cubicBezTo>
                  <a:pt x="83734" y="35719"/>
                  <a:pt x="35719" y="83734"/>
                  <a:pt x="35719" y="142875"/>
                </a:cubicBezTo>
                <a:cubicBezTo>
                  <a:pt x="35719" y="202016"/>
                  <a:pt x="83734" y="250031"/>
                  <a:pt x="142875" y="250031"/>
                </a:cubicBezTo>
                <a:cubicBezTo>
                  <a:pt x="202016" y="250031"/>
                  <a:pt x="250031" y="202016"/>
                  <a:pt x="250031" y="142875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42875" y="187523"/>
                </a:moveTo>
                <a:cubicBezTo>
                  <a:pt x="167517" y="187523"/>
                  <a:pt x="187523" y="167517"/>
                  <a:pt x="187523" y="142875"/>
                </a:cubicBezTo>
                <a:cubicBezTo>
                  <a:pt x="187523" y="118233"/>
                  <a:pt x="167517" y="98227"/>
                  <a:pt x="142875" y="98227"/>
                </a:cubicBezTo>
                <a:cubicBezTo>
                  <a:pt x="118233" y="98227"/>
                  <a:pt x="98227" y="118233"/>
                  <a:pt x="98227" y="142875"/>
                </a:cubicBezTo>
                <a:cubicBezTo>
                  <a:pt x="98227" y="167517"/>
                  <a:pt x="118233" y="187523"/>
                  <a:pt x="142875" y="187523"/>
                </a:cubicBezTo>
                <a:close/>
                <a:moveTo>
                  <a:pt x="142875" y="62508"/>
                </a:moveTo>
                <a:cubicBezTo>
                  <a:pt x="187231" y="62508"/>
                  <a:pt x="223242" y="98519"/>
                  <a:pt x="223242" y="142875"/>
                </a:cubicBezTo>
                <a:cubicBezTo>
                  <a:pt x="223242" y="187231"/>
                  <a:pt x="187231" y="223242"/>
                  <a:pt x="142875" y="223242"/>
                </a:cubicBezTo>
                <a:cubicBezTo>
                  <a:pt x="98519" y="223242"/>
                  <a:pt x="62508" y="187231"/>
                  <a:pt x="62508" y="142875"/>
                </a:cubicBezTo>
                <a:cubicBezTo>
                  <a:pt x="62508" y="98519"/>
                  <a:pt x="98519" y="62508"/>
                  <a:pt x="142875" y="62508"/>
                </a:cubicBezTo>
                <a:close/>
                <a:moveTo>
                  <a:pt x="125016" y="142875"/>
                </a:moveTo>
                <a:cubicBezTo>
                  <a:pt x="125016" y="133018"/>
                  <a:pt x="133018" y="125016"/>
                  <a:pt x="142875" y="125016"/>
                </a:cubicBezTo>
                <a:cubicBezTo>
                  <a:pt x="152732" y="125016"/>
                  <a:pt x="160734" y="133018"/>
                  <a:pt x="160734" y="142875"/>
                </a:cubicBezTo>
                <a:cubicBezTo>
                  <a:pt x="160734" y="152732"/>
                  <a:pt x="152732" y="160734"/>
                  <a:pt x="142875" y="160734"/>
                </a:cubicBezTo>
                <a:cubicBezTo>
                  <a:pt x="133018" y="160734"/>
                  <a:pt x="125016" y="152732"/>
                  <a:pt x="125016" y="14287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076248" y="1485900"/>
            <a:ext cx="1952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Motivation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04760" y="198108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701201" y="206680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023860" y="1942981"/>
            <a:ext cx="36480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Streamline workflows</a:t>
            </a: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eliminate bottlenecks and accelerate diagnostic processes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04760" y="269069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701201" y="2776419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023860" y="2652594"/>
            <a:ext cx="36480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 errors</a:t>
            </a: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through automated data entry and validation mechanisms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604760" y="340030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701201" y="3486031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023860" y="3362206"/>
            <a:ext cx="36480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 patient experience</a:t>
            </a: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faster turnaround times and digital accessibility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376160" y="4338519"/>
            <a:ext cx="4438650" cy="2209800"/>
          </a:xfrm>
          <a:custGeom>
            <a:avLst/>
            <a:gdLst/>
            <a:ahLst/>
            <a:cxnLst/>
            <a:rect l="l" t="t" r="r" b="b"/>
            <a:pathLst>
              <a:path w="4438650" h="2209800">
                <a:moveTo>
                  <a:pt x="152410" y="0"/>
                </a:moveTo>
                <a:lnTo>
                  <a:pt x="4286240" y="0"/>
                </a:lnTo>
                <a:cubicBezTo>
                  <a:pt x="4370414" y="0"/>
                  <a:pt x="4438650" y="68236"/>
                  <a:pt x="4438650" y="152410"/>
                </a:cubicBezTo>
                <a:lnTo>
                  <a:pt x="4438650" y="2057390"/>
                </a:lnTo>
                <a:cubicBezTo>
                  <a:pt x="4438650" y="2141564"/>
                  <a:pt x="4370414" y="2209800"/>
                  <a:pt x="4286240" y="2209800"/>
                </a:cubicBezTo>
                <a:lnTo>
                  <a:pt x="152410" y="2209800"/>
                </a:lnTo>
                <a:cubicBezTo>
                  <a:pt x="68236" y="2209800"/>
                  <a:pt x="0" y="2141564"/>
                  <a:pt x="0" y="2057390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7" name="Image 0" descr="https://kimi-web-img.moonshot.cn/img/thumbs.dreamstime.com/1741c3b5ef60bccf2ebdef226d13a8b077ffafbe.jpg"/>
          <p:cNvPicPr>
            <a:picLocks noChangeAspect="1"/>
          </p:cNvPicPr>
          <p:nvPr/>
        </p:nvPicPr>
        <p:blipFill>
          <a:blip r:embed="rId3"/>
          <a:srcRect t="16540" b="16540"/>
          <a:stretch/>
        </p:blipFill>
        <p:spPr>
          <a:xfrm>
            <a:off x="7566660" y="4529019"/>
            <a:ext cx="4057650" cy="1524000"/>
          </a:xfrm>
          <a:prstGeom prst="roundRect">
            <a:avLst>
              <a:gd name="adj" fmla="val 9949"/>
            </a:avLst>
          </a:prstGeom>
        </p:spPr>
      </p:pic>
      <p:sp>
        <p:nvSpPr>
          <p:cNvPr id="38" name="Text 35"/>
          <p:cNvSpPr/>
          <p:nvPr/>
        </p:nvSpPr>
        <p:spPr>
          <a:xfrm>
            <a:off x="7533323" y="6167319"/>
            <a:ext cx="4124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7C3AED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14350" y="571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50602"/>
                </a:moveTo>
                <a:cubicBezTo>
                  <a:pt x="100199" y="50602"/>
                  <a:pt x="104180" y="54583"/>
                  <a:pt x="104180" y="59531"/>
                </a:cubicBezTo>
                <a:lnTo>
                  <a:pt x="104180" y="101203"/>
                </a:lnTo>
                <a:cubicBezTo>
                  <a:pt x="104180" y="106152"/>
                  <a:pt x="100199" y="110133"/>
                  <a:pt x="95250" y="110133"/>
                </a:cubicBezTo>
                <a:cubicBezTo>
                  <a:pt x="90301" y="110133"/>
                  <a:pt x="86320" y="106152"/>
                  <a:pt x="86320" y="101203"/>
                </a:cubicBezTo>
                <a:lnTo>
                  <a:pt x="86320" y="59531"/>
                </a:lnTo>
                <a:cubicBezTo>
                  <a:pt x="86320" y="54583"/>
                  <a:pt x="90301" y="50602"/>
                  <a:pt x="95250" y="50602"/>
                </a:cubicBezTo>
                <a:close/>
                <a:moveTo>
                  <a:pt x="85316" y="130969"/>
                </a:moveTo>
                <a:cubicBezTo>
                  <a:pt x="85090" y="127281"/>
                  <a:pt x="86929" y="123773"/>
                  <a:pt x="90090" y="121861"/>
                </a:cubicBezTo>
                <a:cubicBezTo>
                  <a:pt x="93251" y="119949"/>
                  <a:pt x="97212" y="119949"/>
                  <a:pt x="100373" y="121861"/>
                </a:cubicBezTo>
                <a:cubicBezTo>
                  <a:pt x="103534" y="123773"/>
                  <a:pt x="105373" y="127281"/>
                  <a:pt x="105147" y="130969"/>
                </a:cubicBezTo>
                <a:cubicBezTo>
                  <a:pt x="105373" y="134656"/>
                  <a:pt x="103534" y="138165"/>
                  <a:pt x="100373" y="140077"/>
                </a:cubicBezTo>
                <a:cubicBezTo>
                  <a:pt x="97212" y="141989"/>
                  <a:pt x="93251" y="141989"/>
                  <a:pt x="90090" y="140077"/>
                </a:cubicBezTo>
                <a:cubicBezTo>
                  <a:pt x="86929" y="138165"/>
                  <a:pt x="85090" y="134656"/>
                  <a:pt x="85316" y="13096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52500" y="381000"/>
            <a:ext cx="2552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Challenges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571500"/>
            <a:ext cx="26574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293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Problem in Brief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38250"/>
            <a:ext cx="5619750" cy="1466850"/>
          </a:xfrm>
          <a:custGeom>
            <a:avLst/>
            <a:gdLst/>
            <a:ahLst/>
            <a:cxnLst/>
            <a:rect l="l" t="t" r="r" b="b"/>
            <a:pathLst>
              <a:path w="5619750" h="146685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1314444"/>
                </a:lnTo>
                <a:cubicBezTo>
                  <a:pt x="5619750" y="1398559"/>
                  <a:pt x="5551459" y="1466850"/>
                  <a:pt x="5467344" y="1466850"/>
                </a:cubicBezTo>
                <a:lnTo>
                  <a:pt x="152406" y="1466850"/>
                </a:lnTo>
                <a:cubicBezTo>
                  <a:pt x="68291" y="1466850"/>
                  <a:pt x="0" y="1398559"/>
                  <a:pt x="0" y="131444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1000" y="123825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71500" y="144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F444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04850" y="1581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894" y="9302"/>
                </a:moveTo>
                <a:cubicBezTo>
                  <a:pt x="133796" y="2307"/>
                  <a:pt x="141461" y="-1451"/>
                  <a:pt x="148791" y="558"/>
                </a:cubicBezTo>
                <a:lnTo>
                  <a:pt x="150837" y="1116"/>
                </a:lnTo>
                <a:cubicBezTo>
                  <a:pt x="174873" y="7665"/>
                  <a:pt x="195411" y="30956"/>
                  <a:pt x="189421" y="59308"/>
                </a:cubicBezTo>
                <a:cubicBezTo>
                  <a:pt x="175617" y="124420"/>
                  <a:pt x="124383" y="175654"/>
                  <a:pt x="59271" y="189458"/>
                </a:cubicBezTo>
                <a:cubicBezTo>
                  <a:pt x="30882" y="195486"/>
                  <a:pt x="7627" y="174910"/>
                  <a:pt x="1079" y="150875"/>
                </a:cubicBezTo>
                <a:lnTo>
                  <a:pt x="521" y="148828"/>
                </a:lnTo>
                <a:cubicBezTo>
                  <a:pt x="-1488" y="141498"/>
                  <a:pt x="2270" y="133834"/>
                  <a:pt x="9265" y="130932"/>
                </a:cubicBezTo>
                <a:lnTo>
                  <a:pt x="45467" y="115863"/>
                </a:lnTo>
                <a:cubicBezTo>
                  <a:pt x="51606" y="113295"/>
                  <a:pt x="58713" y="115081"/>
                  <a:pt x="62954" y="120253"/>
                </a:cubicBezTo>
                <a:lnTo>
                  <a:pt x="77316" y="137815"/>
                </a:lnTo>
                <a:cubicBezTo>
                  <a:pt x="103473" y="124830"/>
                  <a:pt x="124495" y="103101"/>
                  <a:pt x="136587" y="76460"/>
                </a:cubicBezTo>
                <a:lnTo>
                  <a:pt x="120179" y="63029"/>
                </a:lnTo>
                <a:cubicBezTo>
                  <a:pt x="115007" y="58824"/>
                  <a:pt x="113258" y="51718"/>
                  <a:pt x="115788" y="45541"/>
                </a:cubicBezTo>
                <a:lnTo>
                  <a:pt x="130894" y="9302"/>
                </a:ln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43000" y="1543050"/>
            <a:ext cx="1962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Appointment Scheduling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2019300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phone-based booking and paper appointment logs create scheduling conflicts and long patient wait times.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1000" y="2876550"/>
            <a:ext cx="5619750" cy="1466850"/>
          </a:xfrm>
          <a:custGeom>
            <a:avLst/>
            <a:gdLst/>
            <a:ahLst/>
            <a:cxnLst/>
            <a:rect l="l" t="t" r="r" b="b"/>
            <a:pathLst>
              <a:path w="5619750" h="146685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1314444"/>
                </a:lnTo>
                <a:cubicBezTo>
                  <a:pt x="5619750" y="1398559"/>
                  <a:pt x="5551459" y="1466850"/>
                  <a:pt x="5467344" y="1466850"/>
                </a:cubicBezTo>
                <a:lnTo>
                  <a:pt x="152406" y="1466850"/>
                </a:lnTo>
                <a:cubicBezTo>
                  <a:pt x="68291" y="1466850"/>
                  <a:pt x="0" y="1398559"/>
                  <a:pt x="0" y="131444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81000" y="287655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71500" y="3086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04850" y="32194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5468" y="8074"/>
                </a:moveTo>
                <a:cubicBezTo>
                  <a:pt x="167320" y="-74"/>
                  <a:pt x="154149" y="-74"/>
                  <a:pt x="146000" y="8074"/>
                </a:cubicBezTo>
                <a:lnTo>
                  <a:pt x="136922" y="17152"/>
                </a:lnTo>
                <a:lnTo>
                  <a:pt x="173348" y="53578"/>
                </a:lnTo>
                <a:lnTo>
                  <a:pt x="182426" y="44500"/>
                </a:lnTo>
                <a:cubicBezTo>
                  <a:pt x="190574" y="36351"/>
                  <a:pt x="190574" y="23180"/>
                  <a:pt x="182426" y="15032"/>
                </a:cubicBezTo>
                <a:lnTo>
                  <a:pt x="175468" y="8074"/>
                </a:lnTo>
                <a:close/>
                <a:moveTo>
                  <a:pt x="64145" y="89929"/>
                </a:moveTo>
                <a:cubicBezTo>
                  <a:pt x="61875" y="92199"/>
                  <a:pt x="60127" y="94990"/>
                  <a:pt x="59122" y="98078"/>
                </a:cubicBezTo>
                <a:lnTo>
                  <a:pt x="48109" y="131118"/>
                </a:lnTo>
                <a:cubicBezTo>
                  <a:pt x="47030" y="134317"/>
                  <a:pt x="47885" y="137852"/>
                  <a:pt x="50267" y="140271"/>
                </a:cubicBezTo>
                <a:cubicBezTo>
                  <a:pt x="52648" y="142689"/>
                  <a:pt x="56183" y="143508"/>
                  <a:pt x="59420" y="142429"/>
                </a:cubicBezTo>
                <a:lnTo>
                  <a:pt x="92459" y="131415"/>
                </a:lnTo>
                <a:cubicBezTo>
                  <a:pt x="95510" y="130411"/>
                  <a:pt x="98301" y="128662"/>
                  <a:pt x="100608" y="126392"/>
                </a:cubicBezTo>
                <a:lnTo>
                  <a:pt x="160734" y="66191"/>
                </a:lnTo>
                <a:lnTo>
                  <a:pt x="124309" y="29766"/>
                </a:lnTo>
                <a:lnTo>
                  <a:pt x="64145" y="89929"/>
                </a:lnTo>
                <a:close/>
                <a:moveTo>
                  <a:pt x="35719" y="23812"/>
                </a:moveTo>
                <a:cubicBezTo>
                  <a:pt x="15999" y="23812"/>
                  <a:pt x="0" y="39812"/>
                  <a:pt x="0" y="59531"/>
                </a:cubicBezTo>
                <a:lnTo>
                  <a:pt x="0" y="154781"/>
                </a:lnTo>
                <a:cubicBezTo>
                  <a:pt x="0" y="174501"/>
                  <a:pt x="15999" y="190500"/>
                  <a:pt x="35719" y="190500"/>
                </a:cubicBezTo>
                <a:lnTo>
                  <a:pt x="130969" y="190500"/>
                </a:lnTo>
                <a:cubicBezTo>
                  <a:pt x="150688" y="190500"/>
                  <a:pt x="166688" y="174501"/>
                  <a:pt x="166688" y="154781"/>
                </a:cubicBezTo>
                <a:lnTo>
                  <a:pt x="166688" y="119063"/>
                </a:lnTo>
                <a:cubicBezTo>
                  <a:pt x="166688" y="112477"/>
                  <a:pt x="161367" y="107156"/>
                  <a:pt x="154781" y="107156"/>
                </a:cubicBezTo>
                <a:cubicBezTo>
                  <a:pt x="148196" y="107156"/>
                  <a:pt x="142875" y="112477"/>
                  <a:pt x="142875" y="119063"/>
                </a:cubicBezTo>
                <a:lnTo>
                  <a:pt x="142875" y="154781"/>
                </a:lnTo>
                <a:cubicBezTo>
                  <a:pt x="142875" y="161367"/>
                  <a:pt x="137554" y="166688"/>
                  <a:pt x="130969" y="166688"/>
                </a:cubicBezTo>
                <a:lnTo>
                  <a:pt x="35719" y="166688"/>
                </a:lnTo>
                <a:cubicBezTo>
                  <a:pt x="29133" y="166688"/>
                  <a:pt x="23812" y="161367"/>
                  <a:pt x="23812" y="154781"/>
                </a:cubicBezTo>
                <a:lnTo>
                  <a:pt x="23812" y="59531"/>
                </a:lnTo>
                <a:cubicBezTo>
                  <a:pt x="23812" y="52946"/>
                  <a:pt x="29133" y="47625"/>
                  <a:pt x="35719" y="47625"/>
                </a:cubicBezTo>
                <a:lnTo>
                  <a:pt x="71438" y="47625"/>
                </a:lnTo>
                <a:cubicBezTo>
                  <a:pt x="78023" y="47625"/>
                  <a:pt x="83344" y="42304"/>
                  <a:pt x="83344" y="35719"/>
                </a:cubicBezTo>
                <a:cubicBezTo>
                  <a:pt x="83344" y="29133"/>
                  <a:pt x="78023" y="23812"/>
                  <a:pt x="71438" y="23812"/>
                </a:cubicBezTo>
                <a:lnTo>
                  <a:pt x="35719" y="23812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43000" y="3181350"/>
            <a:ext cx="157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Patient Registration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1500" y="3657600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Handwritten registration forms lead to data entry errors, illegible information, and duplicate patient records.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1000" y="4514850"/>
            <a:ext cx="5619750" cy="1466850"/>
          </a:xfrm>
          <a:custGeom>
            <a:avLst/>
            <a:gdLst/>
            <a:ahLst/>
            <a:cxnLst/>
            <a:rect l="l" t="t" r="r" b="b"/>
            <a:pathLst>
              <a:path w="5619750" h="146685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1314444"/>
                </a:lnTo>
                <a:cubicBezTo>
                  <a:pt x="5619750" y="1398559"/>
                  <a:pt x="5551459" y="1466850"/>
                  <a:pt x="5467344" y="1466850"/>
                </a:cubicBezTo>
                <a:lnTo>
                  <a:pt x="152406" y="1466850"/>
                </a:lnTo>
                <a:cubicBezTo>
                  <a:pt x="68291" y="1466850"/>
                  <a:pt x="0" y="1398559"/>
                  <a:pt x="0" y="131444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81000" y="451485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71500" y="4724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5CF6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92944" y="48577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23812" y="23812"/>
                </a:moveTo>
                <a:cubicBezTo>
                  <a:pt x="10678" y="23812"/>
                  <a:pt x="0" y="34491"/>
                  <a:pt x="0" y="47625"/>
                </a:cubicBez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90500" y="166688"/>
                </a:lnTo>
                <a:cubicBezTo>
                  <a:pt x="203634" y="166688"/>
                  <a:pt x="214313" y="156009"/>
                  <a:pt x="214313" y="142875"/>
                </a:cubicBezTo>
                <a:lnTo>
                  <a:pt x="214313" y="47625"/>
                </a:lnTo>
                <a:cubicBezTo>
                  <a:pt x="214313" y="34491"/>
                  <a:pt x="203634" y="23812"/>
                  <a:pt x="190500" y="23812"/>
                </a:cubicBezTo>
                <a:lnTo>
                  <a:pt x="23812" y="23812"/>
                </a:lnTo>
                <a:close/>
                <a:moveTo>
                  <a:pt x="29766" y="47625"/>
                </a:moveTo>
                <a:lnTo>
                  <a:pt x="41672" y="47625"/>
                </a:lnTo>
                <a:cubicBezTo>
                  <a:pt x="44946" y="47625"/>
                  <a:pt x="47625" y="50304"/>
                  <a:pt x="47625" y="53578"/>
                </a:cubicBezTo>
                <a:lnTo>
                  <a:pt x="47625" y="65484"/>
                </a:lnTo>
                <a:cubicBezTo>
                  <a:pt x="47625" y="68759"/>
                  <a:pt x="44946" y="71438"/>
                  <a:pt x="41672" y="71438"/>
                </a:cubicBezTo>
                <a:lnTo>
                  <a:pt x="29766" y="71438"/>
                </a:lnTo>
                <a:cubicBezTo>
                  <a:pt x="26491" y="71438"/>
                  <a:pt x="23812" y="68759"/>
                  <a:pt x="23812" y="65484"/>
                </a:cubicBezTo>
                <a:lnTo>
                  <a:pt x="23812" y="53578"/>
                </a:lnTo>
                <a:cubicBezTo>
                  <a:pt x="23812" y="50304"/>
                  <a:pt x="26491" y="47625"/>
                  <a:pt x="29766" y="47625"/>
                </a:cubicBezTo>
                <a:close/>
                <a:moveTo>
                  <a:pt x="23812" y="89297"/>
                </a:moveTo>
                <a:cubicBezTo>
                  <a:pt x="23812" y="86023"/>
                  <a:pt x="26491" y="83344"/>
                  <a:pt x="29766" y="83344"/>
                </a:cubicBezTo>
                <a:lnTo>
                  <a:pt x="41672" y="83344"/>
                </a:lnTo>
                <a:cubicBezTo>
                  <a:pt x="44946" y="83344"/>
                  <a:pt x="47625" y="86023"/>
                  <a:pt x="47625" y="89297"/>
                </a:cubicBezTo>
                <a:lnTo>
                  <a:pt x="47625" y="101203"/>
                </a:lnTo>
                <a:cubicBezTo>
                  <a:pt x="47625" y="104477"/>
                  <a:pt x="44946" y="107156"/>
                  <a:pt x="41672" y="107156"/>
                </a:cubicBezTo>
                <a:lnTo>
                  <a:pt x="29766" y="107156"/>
                </a:lnTo>
                <a:cubicBezTo>
                  <a:pt x="26491" y="107156"/>
                  <a:pt x="23812" y="104477"/>
                  <a:pt x="23812" y="101203"/>
                </a:cubicBezTo>
                <a:lnTo>
                  <a:pt x="23812" y="89297"/>
                </a:lnTo>
                <a:close/>
                <a:moveTo>
                  <a:pt x="65484" y="47625"/>
                </a:moveTo>
                <a:lnTo>
                  <a:pt x="77391" y="47625"/>
                </a:lnTo>
                <a:cubicBezTo>
                  <a:pt x="80665" y="47625"/>
                  <a:pt x="83344" y="50304"/>
                  <a:pt x="83344" y="53578"/>
                </a:cubicBezTo>
                <a:lnTo>
                  <a:pt x="83344" y="65484"/>
                </a:lnTo>
                <a:cubicBezTo>
                  <a:pt x="83344" y="68759"/>
                  <a:pt x="80665" y="71438"/>
                  <a:pt x="77391" y="71438"/>
                </a:cubicBezTo>
                <a:lnTo>
                  <a:pt x="65484" y="71438"/>
                </a:lnTo>
                <a:cubicBezTo>
                  <a:pt x="62210" y="71438"/>
                  <a:pt x="59531" y="68759"/>
                  <a:pt x="59531" y="65484"/>
                </a:cubicBezTo>
                <a:lnTo>
                  <a:pt x="59531" y="53578"/>
                </a:lnTo>
                <a:cubicBezTo>
                  <a:pt x="59531" y="50304"/>
                  <a:pt x="62210" y="47625"/>
                  <a:pt x="65484" y="47625"/>
                </a:cubicBezTo>
                <a:close/>
                <a:moveTo>
                  <a:pt x="59531" y="89297"/>
                </a:moveTo>
                <a:cubicBezTo>
                  <a:pt x="59531" y="86023"/>
                  <a:pt x="62210" y="83344"/>
                  <a:pt x="65484" y="83344"/>
                </a:cubicBezTo>
                <a:lnTo>
                  <a:pt x="77391" y="83344"/>
                </a:lnTo>
                <a:cubicBezTo>
                  <a:pt x="80665" y="83344"/>
                  <a:pt x="83344" y="86023"/>
                  <a:pt x="83344" y="89297"/>
                </a:cubicBezTo>
                <a:lnTo>
                  <a:pt x="83344" y="101203"/>
                </a:lnTo>
                <a:cubicBezTo>
                  <a:pt x="83344" y="104477"/>
                  <a:pt x="80665" y="107156"/>
                  <a:pt x="77391" y="107156"/>
                </a:cubicBezTo>
                <a:lnTo>
                  <a:pt x="65484" y="107156"/>
                </a:lnTo>
                <a:cubicBezTo>
                  <a:pt x="62210" y="107156"/>
                  <a:pt x="59531" y="104477"/>
                  <a:pt x="59531" y="101203"/>
                </a:cubicBezTo>
                <a:lnTo>
                  <a:pt x="59531" y="89297"/>
                </a:lnTo>
                <a:close/>
                <a:moveTo>
                  <a:pt x="65484" y="119063"/>
                </a:moveTo>
                <a:lnTo>
                  <a:pt x="148828" y="119063"/>
                </a:lnTo>
                <a:cubicBezTo>
                  <a:pt x="152102" y="119063"/>
                  <a:pt x="154781" y="121741"/>
                  <a:pt x="154781" y="125016"/>
                </a:cubicBezTo>
                <a:lnTo>
                  <a:pt x="154781" y="136922"/>
                </a:lnTo>
                <a:cubicBezTo>
                  <a:pt x="154781" y="140196"/>
                  <a:pt x="152102" y="142875"/>
                  <a:pt x="148828" y="142875"/>
                </a:cubicBezTo>
                <a:lnTo>
                  <a:pt x="65484" y="142875"/>
                </a:lnTo>
                <a:cubicBezTo>
                  <a:pt x="62210" y="142875"/>
                  <a:pt x="59531" y="140196"/>
                  <a:pt x="59531" y="136922"/>
                </a:cubicBezTo>
                <a:lnTo>
                  <a:pt x="59531" y="125016"/>
                </a:lnTo>
                <a:cubicBezTo>
                  <a:pt x="59531" y="121741"/>
                  <a:pt x="62210" y="119063"/>
                  <a:pt x="65484" y="119063"/>
                </a:cubicBezTo>
                <a:close/>
                <a:moveTo>
                  <a:pt x="95250" y="53578"/>
                </a:moveTo>
                <a:cubicBezTo>
                  <a:pt x="95250" y="50304"/>
                  <a:pt x="97929" y="47625"/>
                  <a:pt x="101203" y="47625"/>
                </a:cubicBezTo>
                <a:lnTo>
                  <a:pt x="113109" y="47625"/>
                </a:lnTo>
                <a:cubicBezTo>
                  <a:pt x="116384" y="47625"/>
                  <a:pt x="119063" y="50304"/>
                  <a:pt x="119063" y="53578"/>
                </a:cubicBezTo>
                <a:lnTo>
                  <a:pt x="119063" y="65484"/>
                </a:lnTo>
                <a:cubicBezTo>
                  <a:pt x="119063" y="68759"/>
                  <a:pt x="116384" y="71438"/>
                  <a:pt x="113109" y="71438"/>
                </a:cubicBezTo>
                <a:lnTo>
                  <a:pt x="101203" y="71438"/>
                </a:lnTo>
                <a:cubicBezTo>
                  <a:pt x="97929" y="71438"/>
                  <a:pt x="95250" y="68759"/>
                  <a:pt x="95250" y="65484"/>
                </a:cubicBezTo>
                <a:lnTo>
                  <a:pt x="95250" y="53578"/>
                </a:lnTo>
                <a:close/>
                <a:moveTo>
                  <a:pt x="101203" y="83344"/>
                </a:moveTo>
                <a:lnTo>
                  <a:pt x="113109" y="83344"/>
                </a:lnTo>
                <a:cubicBezTo>
                  <a:pt x="116384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16384" y="107156"/>
                  <a:pt x="113109" y="107156"/>
                </a:cubicBezTo>
                <a:lnTo>
                  <a:pt x="101203" y="107156"/>
                </a:lnTo>
                <a:cubicBezTo>
                  <a:pt x="97929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7929" y="83344"/>
                  <a:pt x="101203" y="83344"/>
                </a:cubicBezTo>
                <a:close/>
                <a:moveTo>
                  <a:pt x="130969" y="53578"/>
                </a:moveTo>
                <a:cubicBezTo>
                  <a:pt x="130969" y="50304"/>
                  <a:pt x="133648" y="47625"/>
                  <a:pt x="136922" y="47625"/>
                </a:cubicBezTo>
                <a:lnTo>
                  <a:pt x="148828" y="47625"/>
                </a:lnTo>
                <a:cubicBezTo>
                  <a:pt x="152102" y="47625"/>
                  <a:pt x="154781" y="50304"/>
                  <a:pt x="154781" y="53578"/>
                </a:cubicBezTo>
                <a:lnTo>
                  <a:pt x="154781" y="65484"/>
                </a:lnTo>
                <a:cubicBezTo>
                  <a:pt x="154781" y="68759"/>
                  <a:pt x="152102" y="71438"/>
                  <a:pt x="148828" y="71438"/>
                </a:cubicBezTo>
                <a:lnTo>
                  <a:pt x="136922" y="71438"/>
                </a:lnTo>
                <a:cubicBezTo>
                  <a:pt x="133648" y="71438"/>
                  <a:pt x="130969" y="68759"/>
                  <a:pt x="130969" y="65484"/>
                </a:cubicBezTo>
                <a:lnTo>
                  <a:pt x="130969" y="53578"/>
                </a:lnTo>
                <a:close/>
                <a:moveTo>
                  <a:pt x="136922" y="83344"/>
                </a:moveTo>
                <a:lnTo>
                  <a:pt x="148828" y="83344"/>
                </a:lnTo>
                <a:cubicBezTo>
                  <a:pt x="152102" y="83344"/>
                  <a:pt x="154781" y="86023"/>
                  <a:pt x="154781" y="89297"/>
                </a:cubicBezTo>
                <a:lnTo>
                  <a:pt x="154781" y="101203"/>
                </a:lnTo>
                <a:cubicBezTo>
                  <a:pt x="154781" y="104477"/>
                  <a:pt x="152102" y="107156"/>
                  <a:pt x="148828" y="107156"/>
                </a:cubicBezTo>
                <a:lnTo>
                  <a:pt x="136922" y="107156"/>
                </a:lnTo>
                <a:cubicBezTo>
                  <a:pt x="133648" y="107156"/>
                  <a:pt x="130969" y="104477"/>
                  <a:pt x="130969" y="101203"/>
                </a:cubicBezTo>
                <a:lnTo>
                  <a:pt x="130969" y="89297"/>
                </a:lnTo>
                <a:cubicBezTo>
                  <a:pt x="130969" y="86023"/>
                  <a:pt x="133648" y="83344"/>
                  <a:pt x="136922" y="83344"/>
                </a:cubicBezTo>
                <a:close/>
                <a:moveTo>
                  <a:pt x="166688" y="53578"/>
                </a:moveTo>
                <a:cubicBezTo>
                  <a:pt x="166688" y="50304"/>
                  <a:pt x="169366" y="47625"/>
                  <a:pt x="172641" y="47625"/>
                </a:cubicBezTo>
                <a:lnTo>
                  <a:pt x="184547" y="47625"/>
                </a:lnTo>
                <a:cubicBezTo>
                  <a:pt x="187821" y="47625"/>
                  <a:pt x="190500" y="50304"/>
                  <a:pt x="190500" y="53578"/>
                </a:cubicBezTo>
                <a:lnTo>
                  <a:pt x="190500" y="65484"/>
                </a:lnTo>
                <a:cubicBezTo>
                  <a:pt x="190500" y="68759"/>
                  <a:pt x="187821" y="71438"/>
                  <a:pt x="184547" y="71438"/>
                </a:cubicBezTo>
                <a:lnTo>
                  <a:pt x="172641" y="71438"/>
                </a:lnTo>
                <a:cubicBezTo>
                  <a:pt x="169366" y="71438"/>
                  <a:pt x="166688" y="68759"/>
                  <a:pt x="166688" y="65484"/>
                </a:cubicBezTo>
                <a:lnTo>
                  <a:pt x="166688" y="53578"/>
                </a:lnTo>
                <a:close/>
                <a:moveTo>
                  <a:pt x="172641" y="83344"/>
                </a:moveTo>
                <a:lnTo>
                  <a:pt x="184547" y="83344"/>
                </a:lnTo>
                <a:cubicBezTo>
                  <a:pt x="187821" y="83344"/>
                  <a:pt x="190500" y="86023"/>
                  <a:pt x="190500" y="89297"/>
                </a:cubicBezTo>
                <a:lnTo>
                  <a:pt x="190500" y="101203"/>
                </a:lnTo>
                <a:cubicBezTo>
                  <a:pt x="190500" y="104477"/>
                  <a:pt x="187821" y="107156"/>
                  <a:pt x="184547" y="107156"/>
                </a:cubicBezTo>
                <a:lnTo>
                  <a:pt x="172641" y="107156"/>
                </a:lnTo>
                <a:cubicBezTo>
                  <a:pt x="169366" y="107156"/>
                  <a:pt x="166688" y="104477"/>
                  <a:pt x="166688" y="101203"/>
                </a:cubicBezTo>
                <a:lnTo>
                  <a:pt x="166688" y="89297"/>
                </a:lnTo>
                <a:cubicBezTo>
                  <a:pt x="166688" y="86023"/>
                  <a:pt x="169366" y="83344"/>
                  <a:pt x="172641" y="83344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43000" y="4819650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 Transcription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1500" y="5295900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data entry from semi-automatic equipment introduces transcription errors and delays result availability.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91250" y="1238250"/>
            <a:ext cx="5619750" cy="2305050"/>
          </a:xfrm>
          <a:custGeom>
            <a:avLst/>
            <a:gdLst/>
            <a:ahLst/>
            <a:cxnLst/>
            <a:rect l="l" t="t" r="r" b="b"/>
            <a:pathLst>
              <a:path w="5619750" h="230505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2152640"/>
                </a:lnTo>
                <a:cubicBezTo>
                  <a:pt x="5619750" y="2236814"/>
                  <a:pt x="5551514" y="2305050"/>
                  <a:pt x="5467340" y="2305050"/>
                </a:cubicBezTo>
                <a:lnTo>
                  <a:pt x="152410" y="2305050"/>
                </a:lnTo>
                <a:cubicBezTo>
                  <a:pt x="68236" y="2305050"/>
                  <a:pt x="0" y="2236814"/>
                  <a:pt x="0" y="215264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91250" y="123825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381750" y="144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C4899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538913" y="15811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61020" y="99231"/>
                </a:moveTo>
                <a:cubicBezTo>
                  <a:pt x="58266" y="95138"/>
                  <a:pt x="52722" y="94022"/>
                  <a:pt x="48630" y="96738"/>
                </a:cubicBezTo>
                <a:cubicBezTo>
                  <a:pt x="44537" y="99454"/>
                  <a:pt x="43421" y="105035"/>
                  <a:pt x="46137" y="109128"/>
                </a:cubicBezTo>
                <a:lnTo>
                  <a:pt x="60722" y="130969"/>
                </a:lnTo>
                <a:lnTo>
                  <a:pt x="46137" y="152809"/>
                </a:lnTo>
                <a:cubicBezTo>
                  <a:pt x="43383" y="156902"/>
                  <a:pt x="44500" y="162446"/>
                  <a:pt x="48630" y="165199"/>
                </a:cubicBezTo>
                <a:cubicBezTo>
                  <a:pt x="52760" y="167953"/>
                  <a:pt x="58266" y="166836"/>
                  <a:pt x="61020" y="162706"/>
                </a:cubicBezTo>
                <a:lnTo>
                  <a:pt x="71438" y="147079"/>
                </a:lnTo>
                <a:lnTo>
                  <a:pt x="81855" y="162706"/>
                </a:lnTo>
                <a:cubicBezTo>
                  <a:pt x="84609" y="166799"/>
                  <a:pt x="90153" y="167915"/>
                  <a:pt x="94245" y="165199"/>
                </a:cubicBezTo>
                <a:cubicBezTo>
                  <a:pt x="98338" y="162483"/>
                  <a:pt x="99454" y="156902"/>
                  <a:pt x="96738" y="152809"/>
                </a:cubicBezTo>
                <a:lnTo>
                  <a:pt x="82153" y="130969"/>
                </a:lnTo>
                <a:lnTo>
                  <a:pt x="96738" y="109128"/>
                </a:lnTo>
                <a:cubicBezTo>
                  <a:pt x="99492" y="105035"/>
                  <a:pt x="98375" y="99492"/>
                  <a:pt x="94245" y="96738"/>
                </a:cubicBezTo>
                <a:cubicBezTo>
                  <a:pt x="90115" y="93985"/>
                  <a:pt x="84609" y="95101"/>
                  <a:pt x="81855" y="99231"/>
                </a:cubicBezTo>
                <a:lnTo>
                  <a:pt x="71438" y="114858"/>
                </a:lnTo>
                <a:lnTo>
                  <a:pt x="61020" y="99231"/>
                </a:lnTo>
                <a:close/>
              </a:path>
            </a:pathLst>
          </a:cu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953250" y="1543050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Excel-Based Reporting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81750" y="2019300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Report generation takes 15-20 minutes per patient using Excel templates, severely limiting laboratory throughput.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81750" y="2628900"/>
            <a:ext cx="5238750" cy="723900"/>
          </a:xfrm>
          <a:custGeom>
            <a:avLst/>
            <a:gdLst/>
            <a:ahLst/>
            <a:cxnLst/>
            <a:rect l="l" t="t" r="r" b="b"/>
            <a:pathLst>
              <a:path w="5238750" h="723900">
                <a:moveTo>
                  <a:pt x="114297" y="0"/>
                </a:moveTo>
                <a:lnTo>
                  <a:pt x="5124453" y="0"/>
                </a:lnTo>
                <a:cubicBezTo>
                  <a:pt x="5187578" y="0"/>
                  <a:pt x="5238750" y="51172"/>
                  <a:pt x="5238750" y="114297"/>
                </a:cubicBezTo>
                <a:lnTo>
                  <a:pt x="5238750" y="609603"/>
                </a:lnTo>
                <a:cubicBezTo>
                  <a:pt x="5238750" y="672728"/>
                  <a:pt x="5187578" y="723900"/>
                  <a:pt x="5124453" y="723900"/>
                </a:cubicBezTo>
                <a:lnTo>
                  <a:pt x="114297" y="723900"/>
                </a:lnTo>
                <a:cubicBezTo>
                  <a:pt x="51172" y="723900"/>
                  <a:pt x="0" y="672728"/>
                  <a:pt x="0" y="6096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EC4899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519863" y="289548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848475" y="2743200"/>
            <a:ext cx="106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per Report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48475" y="2933700"/>
            <a:ext cx="1114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C48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15-20 min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91250" y="3695581"/>
            <a:ext cx="5619750" cy="2971800"/>
          </a:xfrm>
          <a:custGeom>
            <a:avLst/>
            <a:gdLst/>
            <a:ahLst/>
            <a:cxnLst/>
            <a:rect l="l" t="t" r="r" b="b"/>
            <a:pathLst>
              <a:path w="5619750" h="2971800">
                <a:moveTo>
                  <a:pt x="152394" y="0"/>
                </a:moveTo>
                <a:lnTo>
                  <a:pt x="5467356" y="0"/>
                </a:lnTo>
                <a:cubicBezTo>
                  <a:pt x="5551521" y="0"/>
                  <a:pt x="5619750" y="68229"/>
                  <a:pt x="5619750" y="152394"/>
                </a:cubicBezTo>
                <a:lnTo>
                  <a:pt x="5619750" y="2819406"/>
                </a:lnTo>
                <a:cubicBezTo>
                  <a:pt x="5619750" y="2903571"/>
                  <a:pt x="5551521" y="2971800"/>
                  <a:pt x="5467356" y="2971800"/>
                </a:cubicBezTo>
                <a:lnTo>
                  <a:pt x="152394" y="2971800"/>
                </a:lnTo>
                <a:cubicBezTo>
                  <a:pt x="68229" y="2971800"/>
                  <a:pt x="0" y="2903571"/>
                  <a:pt x="0" y="28194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gradFill flip="none" rotWithShape="1">
            <a:gsLst>
              <a:gs pos="0">
                <a:srgbClr val="1E293B"/>
              </a:gs>
              <a:gs pos="100000">
                <a:srgbClr val="334155"/>
              </a:gs>
            </a:gsLst>
            <a:lin ang="270000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424613" y="3905131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781800" y="3886081"/>
            <a:ext cx="116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Gaps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81750" y="4305181"/>
            <a:ext cx="5238750" cy="457200"/>
          </a:xfrm>
          <a:custGeom>
            <a:avLst/>
            <a:gdLst/>
            <a:ahLst/>
            <a:cxnLst/>
            <a:rect l="l" t="t" r="r" b="b"/>
            <a:pathLst>
              <a:path w="5238750" h="457200">
                <a:moveTo>
                  <a:pt x="114300" y="0"/>
                </a:moveTo>
                <a:lnTo>
                  <a:pt x="5124450" y="0"/>
                </a:lnTo>
                <a:cubicBezTo>
                  <a:pt x="5187534" y="0"/>
                  <a:pt x="5238750" y="51216"/>
                  <a:pt x="5238750" y="114300"/>
                </a:cubicBezTo>
                <a:lnTo>
                  <a:pt x="5238750" y="342900"/>
                </a:lnTo>
                <a:cubicBezTo>
                  <a:pt x="5238750" y="405984"/>
                  <a:pt x="5187534" y="457200"/>
                  <a:pt x="512445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515100" y="445758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800850" y="4419481"/>
            <a:ext cx="1657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centralized database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81750" y="4876681"/>
            <a:ext cx="5238750" cy="457200"/>
          </a:xfrm>
          <a:custGeom>
            <a:avLst/>
            <a:gdLst/>
            <a:ahLst/>
            <a:cxnLst/>
            <a:rect l="l" t="t" r="r" b="b"/>
            <a:pathLst>
              <a:path w="5238750" h="457200">
                <a:moveTo>
                  <a:pt x="114300" y="0"/>
                </a:moveTo>
                <a:lnTo>
                  <a:pt x="5124450" y="0"/>
                </a:lnTo>
                <a:cubicBezTo>
                  <a:pt x="5187534" y="0"/>
                  <a:pt x="5238750" y="51216"/>
                  <a:pt x="5238750" y="114300"/>
                </a:cubicBezTo>
                <a:lnTo>
                  <a:pt x="5238750" y="342900"/>
                </a:lnTo>
                <a:cubicBezTo>
                  <a:pt x="5238750" y="405984"/>
                  <a:pt x="5187534" y="457200"/>
                  <a:pt x="512445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515100" y="502908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800850" y="4990981"/>
            <a:ext cx="142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audit trail system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81750" y="5448181"/>
            <a:ext cx="5238750" cy="457200"/>
          </a:xfrm>
          <a:custGeom>
            <a:avLst/>
            <a:gdLst/>
            <a:ahLst/>
            <a:cxnLst/>
            <a:rect l="l" t="t" r="r" b="b"/>
            <a:pathLst>
              <a:path w="5238750" h="457200">
                <a:moveTo>
                  <a:pt x="114300" y="0"/>
                </a:moveTo>
                <a:lnTo>
                  <a:pt x="5124450" y="0"/>
                </a:lnTo>
                <a:cubicBezTo>
                  <a:pt x="5187534" y="0"/>
                  <a:pt x="5238750" y="51216"/>
                  <a:pt x="5238750" y="114300"/>
                </a:cubicBezTo>
                <a:lnTo>
                  <a:pt x="5238750" y="342900"/>
                </a:lnTo>
                <a:cubicBezTo>
                  <a:pt x="5238750" y="405984"/>
                  <a:pt x="5187534" y="457200"/>
                  <a:pt x="512445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515100" y="560058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800850" y="5562481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online patient access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81750" y="6019681"/>
            <a:ext cx="5238750" cy="457200"/>
          </a:xfrm>
          <a:custGeom>
            <a:avLst/>
            <a:gdLst/>
            <a:ahLst/>
            <a:cxnLst/>
            <a:rect l="l" t="t" r="r" b="b"/>
            <a:pathLst>
              <a:path w="5238750" h="457200">
                <a:moveTo>
                  <a:pt x="114300" y="0"/>
                </a:moveTo>
                <a:lnTo>
                  <a:pt x="5124450" y="0"/>
                </a:lnTo>
                <a:cubicBezTo>
                  <a:pt x="5187534" y="0"/>
                  <a:pt x="5238750" y="51216"/>
                  <a:pt x="5238750" y="114300"/>
                </a:cubicBezTo>
                <a:lnTo>
                  <a:pt x="5238750" y="342900"/>
                </a:lnTo>
                <a:cubicBezTo>
                  <a:pt x="5238750" y="405984"/>
                  <a:pt x="5187534" y="457200"/>
                  <a:pt x="512445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515100" y="617208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800850" y="6133981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Limited scalability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EA5E9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14350" y="571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52574"/>
                </a:moveTo>
                <a:lnTo>
                  <a:pt x="95250" y="167655"/>
                </a:lnTo>
                <a:lnTo>
                  <a:pt x="95436" y="167580"/>
                </a:lnTo>
                <a:cubicBezTo>
                  <a:pt x="115751" y="159134"/>
                  <a:pt x="137554" y="154781"/>
                  <a:pt x="159544" y="154781"/>
                </a:cubicBezTo>
                <a:lnTo>
                  <a:pt x="166688" y="154781"/>
                </a:lnTo>
                <a:lnTo>
                  <a:pt x="166688" y="35719"/>
                </a:lnTo>
                <a:lnTo>
                  <a:pt x="159544" y="35719"/>
                </a:lnTo>
                <a:cubicBezTo>
                  <a:pt x="143842" y="35719"/>
                  <a:pt x="128253" y="38844"/>
                  <a:pt x="113742" y="44872"/>
                </a:cubicBezTo>
                <a:cubicBezTo>
                  <a:pt x="107491" y="47476"/>
                  <a:pt x="101315" y="50043"/>
                  <a:pt x="95250" y="52574"/>
                </a:cubicBezTo>
                <a:close/>
                <a:moveTo>
                  <a:pt x="85911" y="22882"/>
                </a:moveTo>
                <a:lnTo>
                  <a:pt x="95250" y="26789"/>
                </a:lnTo>
                <a:lnTo>
                  <a:pt x="104589" y="22882"/>
                </a:lnTo>
                <a:cubicBezTo>
                  <a:pt x="122002" y="15627"/>
                  <a:pt x="140680" y="11906"/>
                  <a:pt x="159544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160734"/>
                </a:lnTo>
                <a:cubicBezTo>
                  <a:pt x="190500" y="170594"/>
                  <a:pt x="182500" y="178594"/>
                  <a:pt x="172641" y="178594"/>
                </a:cubicBezTo>
                <a:lnTo>
                  <a:pt x="159544" y="178594"/>
                </a:lnTo>
                <a:cubicBezTo>
                  <a:pt x="140680" y="178594"/>
                  <a:pt x="122002" y="182314"/>
                  <a:pt x="104589" y="189570"/>
                </a:cubicBezTo>
                <a:lnTo>
                  <a:pt x="99826" y="191542"/>
                </a:lnTo>
                <a:cubicBezTo>
                  <a:pt x="96887" y="192770"/>
                  <a:pt x="93613" y="192770"/>
                  <a:pt x="90674" y="191542"/>
                </a:cubicBezTo>
                <a:lnTo>
                  <a:pt x="85911" y="189570"/>
                </a:lnTo>
                <a:cubicBezTo>
                  <a:pt x="68498" y="182314"/>
                  <a:pt x="49820" y="178594"/>
                  <a:pt x="30956" y="178594"/>
                </a:cubicBezTo>
                <a:lnTo>
                  <a:pt x="17859" y="178594"/>
                </a:lnTo>
                <a:cubicBezTo>
                  <a:pt x="8000" y="178594"/>
                  <a:pt x="0" y="170594"/>
                  <a:pt x="0" y="160734"/>
                </a:cubicBezTo>
                <a:lnTo>
                  <a:pt x="0" y="29766"/>
                </a:lnTo>
                <a:cubicBezTo>
                  <a:pt x="0" y="19906"/>
                  <a:pt x="8000" y="11906"/>
                  <a:pt x="17859" y="11906"/>
                </a:cubicBezTo>
                <a:lnTo>
                  <a:pt x="30956" y="11906"/>
                </a:lnTo>
                <a:cubicBezTo>
                  <a:pt x="49820" y="11906"/>
                  <a:pt x="68498" y="15627"/>
                  <a:pt x="85911" y="2288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52500" y="381000"/>
            <a:ext cx="2800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0EA5E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Existing Systems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571500"/>
            <a:ext cx="29051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293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52500" y="1028700"/>
            <a:ext cx="1093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Comparative analysis of laboratory information systems in Sri Lankan healthcare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1447800"/>
            <a:ext cx="11430000" cy="4343400"/>
          </a:xfrm>
          <a:custGeom>
            <a:avLst/>
            <a:gdLst/>
            <a:ahLst/>
            <a:cxnLst/>
            <a:rect l="l" t="t" r="r" b="b"/>
            <a:pathLst>
              <a:path w="11430000" h="4343400">
                <a:moveTo>
                  <a:pt x="152410" y="0"/>
                </a:moveTo>
                <a:lnTo>
                  <a:pt x="11277590" y="0"/>
                </a:lnTo>
                <a:cubicBezTo>
                  <a:pt x="11361764" y="0"/>
                  <a:pt x="11430000" y="68236"/>
                  <a:pt x="11430000" y="152410"/>
                </a:cubicBezTo>
                <a:lnTo>
                  <a:pt x="11430000" y="4190990"/>
                </a:lnTo>
                <a:cubicBezTo>
                  <a:pt x="11430000" y="4275164"/>
                  <a:pt x="11361764" y="4343400"/>
                  <a:pt x="11277590" y="4343400"/>
                </a:cubicBezTo>
                <a:lnTo>
                  <a:pt x="152410" y="4343400"/>
                </a:lnTo>
                <a:cubicBezTo>
                  <a:pt x="68236" y="4343400"/>
                  <a:pt x="0" y="4275164"/>
                  <a:pt x="0" y="4190990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81000" y="5943600"/>
            <a:ext cx="11430000" cy="533400"/>
          </a:xfrm>
          <a:custGeom>
            <a:avLst/>
            <a:gdLst/>
            <a:ahLst/>
            <a:cxnLst/>
            <a:rect l="l" t="t" r="r" b="b"/>
            <a:pathLst>
              <a:path w="11430000" h="533400">
                <a:moveTo>
                  <a:pt x="114302" y="0"/>
                </a:moveTo>
                <a:lnTo>
                  <a:pt x="11315698" y="0"/>
                </a:lnTo>
                <a:cubicBezTo>
                  <a:pt x="11378783" y="0"/>
                  <a:pt x="11430000" y="51217"/>
                  <a:pt x="11430000" y="114302"/>
                </a:cubicBezTo>
                <a:lnTo>
                  <a:pt x="11430000" y="419098"/>
                </a:lnTo>
                <a:cubicBezTo>
                  <a:pt x="11430000" y="482183"/>
                  <a:pt x="11378783" y="533400"/>
                  <a:pt x="113156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2563EB">
                  <a:alpha val="10000"/>
                </a:srgbClr>
              </a:gs>
              <a:gs pos="100000">
                <a:srgbClr val="7C3AED">
                  <a:alpha val="1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90550" y="60960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71550" y="6096000"/>
            <a:ext cx="1053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r>
              <a:rPr lang="en-US" sz="120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analyzed systems struggle with Excel limitations, lack of integration, and absence of patient-facing digital services—gaps our LIS aims to address.</a:t>
            </a:r>
            <a:endParaRPr lang="en-US" sz="1600" dirty="0"/>
          </a:p>
        </p:txBody>
      </p:sp>
      <p:graphicFrame>
        <p:nvGraphicFramePr>
          <p:cNvPr id="12" name="Table 0">
            <a:extLst>
              <a:ext uri="{FF2B5EF4-FFF2-40B4-BE49-F238E27FC236}">
                <a16:creationId xmlns:a16="http://schemas.microsoft.com/office/drawing/2014/main" id="{002836CA-9538-DF40-3931-499F50335C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141637"/>
              </p:ext>
            </p:extLst>
          </p:nvPr>
        </p:nvGraphicFramePr>
        <p:xfrm>
          <a:off x="514350" y="1504951"/>
          <a:ext cx="11158246" cy="4177392"/>
        </p:xfrm>
        <a:graphic>
          <a:graphicData uri="http://schemas.openxmlformats.org/drawingml/2006/table">
            <a:tbl>
              <a:tblPr/>
              <a:tblGrid>
                <a:gridCol w="3231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2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3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0732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Laboratory</a:t>
                      </a:r>
                      <a:endParaRPr lang="en-US" sz="14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228600" marR="2286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System Type</a:t>
                      </a:r>
                      <a:endParaRPr lang="en-US" sz="14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228600" marR="2286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Key Challenges</a:t>
                      </a:r>
                      <a:endParaRPr lang="en-US" sz="14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228600" marR="2286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9165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Nawaloka</a:t>
                      </a:r>
                      <a:endParaRPr lang="en-US" sz="1400" dirty="0">
                        <a:solidFill>
                          <a:schemeClr val="bg2">
                            <a:lumMod val="50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228600" marR="2286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Partially automated LIS</a:t>
                      </a:r>
                      <a:endParaRPr lang="en-US" sz="1400" dirty="0">
                        <a:solidFill>
                          <a:schemeClr val="bg2">
                            <a:lumMod val="50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228600" marR="2286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High complexity, high cost</a:t>
                      </a:r>
                      <a:endParaRPr lang="en-US" sz="1400" dirty="0">
                        <a:solidFill>
                          <a:schemeClr val="bg2">
                            <a:lumMod val="50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228600" marR="2286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9165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Durdans</a:t>
                      </a:r>
                      <a:endParaRPr lang="en-US" sz="1400" dirty="0">
                        <a:solidFill>
                          <a:schemeClr val="bg2">
                            <a:lumMod val="50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228600" marR="2286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Custom LIS</a:t>
                      </a:r>
                      <a:endParaRPr lang="en-US" sz="1400" dirty="0">
                        <a:solidFill>
                          <a:schemeClr val="bg2">
                            <a:lumMod val="50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228600" marR="2286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Excel slows down with 200+ patients/day</a:t>
                      </a:r>
                      <a:endParaRPr lang="en-US" sz="1400" dirty="0">
                        <a:solidFill>
                          <a:schemeClr val="bg2">
                            <a:lumMod val="50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228600" marR="2286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9165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Asiri</a:t>
                      </a:r>
                      <a:endParaRPr lang="en-US" sz="1400" dirty="0">
                        <a:solidFill>
                          <a:schemeClr val="bg2">
                            <a:lumMod val="50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228600" marR="2286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Hospital-integrated LIS</a:t>
                      </a:r>
                      <a:endParaRPr lang="en-US" sz="1400" dirty="0">
                        <a:solidFill>
                          <a:schemeClr val="bg2">
                            <a:lumMod val="50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228600" marR="2286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Most suitable for automatic machines</a:t>
                      </a:r>
                    </a:p>
                  </a:txBody>
                  <a:tcPr marL="228600" marR="2286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9165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Independent Labs</a:t>
                      </a:r>
                      <a:endParaRPr lang="en-US" sz="1400" dirty="0">
                        <a:solidFill>
                          <a:schemeClr val="bg2">
                            <a:lumMod val="50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228600" marR="2286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Excel + Paper</a:t>
                      </a:r>
                      <a:endParaRPr lang="en-US" sz="1400" dirty="0">
                        <a:solidFill>
                          <a:schemeClr val="bg2">
                            <a:lumMod val="50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228600" marR="2286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High error rates, no patient portal</a:t>
                      </a:r>
                      <a:endParaRPr lang="en-US" sz="1400" dirty="0">
                        <a:solidFill>
                          <a:schemeClr val="bg2">
                            <a:lumMod val="50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228600" marR="2286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3940" y="418531"/>
            <a:ext cx="436728" cy="436728"/>
          </a:xfrm>
          <a:custGeom>
            <a:avLst/>
            <a:gdLst/>
            <a:ahLst/>
            <a:cxnLst/>
            <a:rect l="l" t="t" r="r" b="b"/>
            <a:pathLst>
              <a:path w="436728" h="436728">
                <a:moveTo>
                  <a:pt x="109182" y="0"/>
                </a:moveTo>
                <a:lnTo>
                  <a:pt x="327546" y="0"/>
                </a:lnTo>
                <a:cubicBezTo>
                  <a:pt x="387806" y="0"/>
                  <a:pt x="436728" y="48923"/>
                  <a:pt x="436728" y="109182"/>
                </a:cubicBezTo>
                <a:lnTo>
                  <a:pt x="436728" y="327546"/>
                </a:lnTo>
                <a:cubicBezTo>
                  <a:pt x="436728" y="387806"/>
                  <a:pt x="387806" y="436728"/>
                  <a:pt x="327546" y="436728"/>
                </a:cubicBezTo>
                <a:lnTo>
                  <a:pt x="109182" y="436728"/>
                </a:lnTo>
                <a:cubicBezTo>
                  <a:pt x="48923" y="436728"/>
                  <a:pt x="0" y="387806"/>
                  <a:pt x="0" y="327546"/>
                </a:cubicBezTo>
                <a:lnTo>
                  <a:pt x="0" y="109182"/>
                </a:lnTo>
                <a:cubicBezTo>
                  <a:pt x="0" y="48923"/>
                  <a:pt x="48923" y="0"/>
                  <a:pt x="109182" y="0"/>
                </a:cubicBezTo>
                <a:close/>
              </a:path>
            </a:pathLst>
          </a:custGeom>
          <a:gradFill flip="none" rotWithShape="1"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14066" y="545910"/>
            <a:ext cx="136478" cy="181970"/>
          </a:xfrm>
          <a:custGeom>
            <a:avLst/>
            <a:gdLst/>
            <a:ahLst/>
            <a:cxnLst/>
            <a:rect l="l" t="t" r="r" b="b"/>
            <a:pathLst>
              <a:path w="136478" h="181970">
                <a:moveTo>
                  <a:pt x="104100" y="136478"/>
                </a:moveTo>
                <a:cubicBezTo>
                  <a:pt x="106694" y="128552"/>
                  <a:pt x="111883" y="121373"/>
                  <a:pt x="117747" y="115189"/>
                </a:cubicBezTo>
                <a:cubicBezTo>
                  <a:pt x="129369" y="102962"/>
                  <a:pt x="136478" y="86436"/>
                  <a:pt x="136478" y="68239"/>
                </a:cubicBezTo>
                <a:cubicBezTo>
                  <a:pt x="136478" y="30565"/>
                  <a:pt x="105912" y="0"/>
                  <a:pt x="68239" y="0"/>
                </a:cubicBezTo>
                <a:cubicBezTo>
                  <a:pt x="30565" y="0"/>
                  <a:pt x="0" y="30565"/>
                  <a:pt x="0" y="68239"/>
                </a:cubicBezTo>
                <a:cubicBezTo>
                  <a:pt x="0" y="86436"/>
                  <a:pt x="7108" y="102962"/>
                  <a:pt x="18730" y="115189"/>
                </a:cubicBezTo>
                <a:cubicBezTo>
                  <a:pt x="24594" y="121373"/>
                  <a:pt x="29819" y="128552"/>
                  <a:pt x="32378" y="136478"/>
                </a:cubicBezTo>
                <a:lnTo>
                  <a:pt x="104064" y="136478"/>
                </a:lnTo>
                <a:close/>
                <a:moveTo>
                  <a:pt x="102358" y="153537"/>
                </a:moveTo>
                <a:lnTo>
                  <a:pt x="34119" y="153537"/>
                </a:lnTo>
                <a:lnTo>
                  <a:pt x="34119" y="159224"/>
                </a:lnTo>
                <a:cubicBezTo>
                  <a:pt x="34119" y="174933"/>
                  <a:pt x="46843" y="187657"/>
                  <a:pt x="62552" y="187657"/>
                </a:cubicBezTo>
                <a:lnTo>
                  <a:pt x="73925" y="187657"/>
                </a:lnTo>
                <a:cubicBezTo>
                  <a:pt x="89635" y="187657"/>
                  <a:pt x="102358" y="174933"/>
                  <a:pt x="102358" y="159224"/>
                </a:cubicBezTo>
                <a:lnTo>
                  <a:pt x="102358" y="153537"/>
                </a:lnTo>
                <a:close/>
                <a:moveTo>
                  <a:pt x="65396" y="39806"/>
                </a:moveTo>
                <a:cubicBezTo>
                  <a:pt x="51250" y="39806"/>
                  <a:pt x="39806" y="51250"/>
                  <a:pt x="39806" y="65396"/>
                </a:cubicBezTo>
                <a:cubicBezTo>
                  <a:pt x="39806" y="70122"/>
                  <a:pt x="36003" y="73925"/>
                  <a:pt x="31276" y="73925"/>
                </a:cubicBezTo>
                <a:cubicBezTo>
                  <a:pt x="26549" y="73925"/>
                  <a:pt x="22746" y="70122"/>
                  <a:pt x="22746" y="65396"/>
                </a:cubicBezTo>
                <a:cubicBezTo>
                  <a:pt x="22746" y="41832"/>
                  <a:pt x="41832" y="22746"/>
                  <a:pt x="65396" y="22746"/>
                </a:cubicBezTo>
                <a:cubicBezTo>
                  <a:pt x="70122" y="22746"/>
                  <a:pt x="73925" y="26549"/>
                  <a:pt x="73925" y="31276"/>
                </a:cubicBezTo>
                <a:cubicBezTo>
                  <a:pt x="73925" y="36003"/>
                  <a:pt x="70122" y="39806"/>
                  <a:pt x="65396" y="3980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09851" y="363940"/>
            <a:ext cx="3175379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b="1" kern="0" spc="50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Innovation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09851" y="545910"/>
            <a:ext cx="3275463" cy="363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79" b="1" dirty="0">
                <a:solidFill>
                  <a:srgbClr val="1E293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Novelty &amp; Innovation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2137" y="1164609"/>
            <a:ext cx="3684896" cy="2483893"/>
          </a:xfrm>
          <a:custGeom>
            <a:avLst/>
            <a:gdLst/>
            <a:ahLst/>
            <a:cxnLst/>
            <a:rect l="l" t="t" r="r" b="b"/>
            <a:pathLst>
              <a:path w="3684896" h="2483893">
                <a:moveTo>
                  <a:pt x="36394" y="0"/>
                </a:moveTo>
                <a:lnTo>
                  <a:pt x="3539315" y="0"/>
                </a:lnTo>
                <a:cubicBezTo>
                  <a:pt x="3619717" y="0"/>
                  <a:pt x="3684896" y="65179"/>
                  <a:pt x="3684896" y="145581"/>
                </a:cubicBezTo>
                <a:lnTo>
                  <a:pt x="3684896" y="2338312"/>
                </a:lnTo>
                <a:cubicBezTo>
                  <a:pt x="3684896" y="2418714"/>
                  <a:pt x="3619717" y="2483893"/>
                  <a:pt x="3539315" y="2483893"/>
                </a:cubicBezTo>
                <a:lnTo>
                  <a:pt x="36394" y="2483893"/>
                </a:lnTo>
                <a:cubicBezTo>
                  <a:pt x="16294" y="2483893"/>
                  <a:pt x="0" y="2467598"/>
                  <a:pt x="0" y="2447499"/>
                </a:cubicBezTo>
                <a:lnTo>
                  <a:pt x="0" y="36394"/>
                </a:lnTo>
                <a:cubicBezTo>
                  <a:pt x="0" y="16308"/>
                  <a:pt x="16308" y="0"/>
                  <a:pt x="3639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6478" dist="9098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2137" y="1164609"/>
            <a:ext cx="36394" cy="2483893"/>
          </a:xfrm>
          <a:custGeom>
            <a:avLst/>
            <a:gdLst/>
            <a:ahLst/>
            <a:cxnLst/>
            <a:rect l="l" t="t" r="r" b="b"/>
            <a:pathLst>
              <a:path w="36394" h="2483893">
                <a:moveTo>
                  <a:pt x="36394" y="0"/>
                </a:moveTo>
                <a:lnTo>
                  <a:pt x="36394" y="0"/>
                </a:lnTo>
                <a:lnTo>
                  <a:pt x="36394" y="2483893"/>
                </a:lnTo>
                <a:lnTo>
                  <a:pt x="36394" y="2483893"/>
                </a:lnTo>
                <a:cubicBezTo>
                  <a:pt x="16294" y="2483893"/>
                  <a:pt x="0" y="2467598"/>
                  <a:pt x="0" y="2447499"/>
                </a:cubicBezTo>
                <a:lnTo>
                  <a:pt x="0" y="36394"/>
                </a:lnTo>
                <a:cubicBezTo>
                  <a:pt x="0" y="16308"/>
                  <a:pt x="16308" y="0"/>
                  <a:pt x="36394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82304" y="1346579"/>
            <a:ext cx="482221" cy="509516"/>
          </a:xfrm>
          <a:custGeom>
            <a:avLst/>
            <a:gdLst/>
            <a:ahLst/>
            <a:cxnLst/>
            <a:rect l="l" t="t" r="r" b="b"/>
            <a:pathLst>
              <a:path w="482221" h="509516">
                <a:moveTo>
                  <a:pt x="109184" y="0"/>
                </a:moveTo>
                <a:lnTo>
                  <a:pt x="373036" y="0"/>
                </a:lnTo>
                <a:cubicBezTo>
                  <a:pt x="433297" y="0"/>
                  <a:pt x="482221" y="48924"/>
                  <a:pt x="482221" y="109184"/>
                </a:cubicBezTo>
                <a:lnTo>
                  <a:pt x="482221" y="400332"/>
                </a:lnTo>
                <a:cubicBezTo>
                  <a:pt x="482221" y="460593"/>
                  <a:pt x="433297" y="509516"/>
                  <a:pt x="373036" y="509516"/>
                </a:cubicBezTo>
                <a:lnTo>
                  <a:pt x="109184" y="509516"/>
                </a:lnTo>
                <a:cubicBezTo>
                  <a:pt x="48924" y="509516"/>
                  <a:pt x="0" y="460593"/>
                  <a:pt x="0" y="400332"/>
                </a:cubicBezTo>
                <a:lnTo>
                  <a:pt x="0" y="109184"/>
                </a:lnTo>
                <a:cubicBezTo>
                  <a:pt x="0" y="48924"/>
                  <a:pt x="48924" y="0"/>
                  <a:pt x="109184" y="0"/>
                </a:cubicBezTo>
                <a:close/>
              </a:path>
            </a:pathLst>
          </a:custGeom>
          <a:gradFill flip="none" rotWithShape="1"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7051" y="1492155"/>
            <a:ext cx="272955" cy="218364"/>
          </a:xfrm>
          <a:custGeom>
            <a:avLst/>
            <a:gdLst/>
            <a:ahLst/>
            <a:cxnLst/>
            <a:rect l="l" t="t" r="r" b="b"/>
            <a:pathLst>
              <a:path w="272955" h="218364">
                <a:moveTo>
                  <a:pt x="177378" y="89777"/>
                </a:moveTo>
                <a:cubicBezTo>
                  <a:pt x="182581" y="88369"/>
                  <a:pt x="188041" y="90843"/>
                  <a:pt x="190386" y="95662"/>
                </a:cubicBezTo>
                <a:lnTo>
                  <a:pt x="198319" y="111698"/>
                </a:lnTo>
                <a:cubicBezTo>
                  <a:pt x="202712" y="112295"/>
                  <a:pt x="207019" y="113490"/>
                  <a:pt x="211071" y="115153"/>
                </a:cubicBezTo>
                <a:lnTo>
                  <a:pt x="225998" y="105216"/>
                </a:lnTo>
                <a:cubicBezTo>
                  <a:pt x="230477" y="102230"/>
                  <a:pt x="236405" y="102827"/>
                  <a:pt x="240201" y="106623"/>
                </a:cubicBezTo>
                <a:lnTo>
                  <a:pt x="248389" y="114812"/>
                </a:lnTo>
                <a:cubicBezTo>
                  <a:pt x="252185" y="118608"/>
                  <a:pt x="252782" y="124578"/>
                  <a:pt x="249797" y="129014"/>
                </a:cubicBezTo>
                <a:lnTo>
                  <a:pt x="239859" y="143899"/>
                </a:lnTo>
                <a:cubicBezTo>
                  <a:pt x="240670" y="145903"/>
                  <a:pt x="241395" y="147993"/>
                  <a:pt x="241992" y="150168"/>
                </a:cubicBezTo>
                <a:cubicBezTo>
                  <a:pt x="242589" y="152343"/>
                  <a:pt x="242973" y="154476"/>
                  <a:pt x="243271" y="156651"/>
                </a:cubicBezTo>
                <a:lnTo>
                  <a:pt x="259350" y="164583"/>
                </a:lnTo>
                <a:cubicBezTo>
                  <a:pt x="264169" y="166972"/>
                  <a:pt x="266643" y="172431"/>
                  <a:pt x="265236" y="177591"/>
                </a:cubicBezTo>
                <a:lnTo>
                  <a:pt x="262250" y="188766"/>
                </a:lnTo>
                <a:cubicBezTo>
                  <a:pt x="260843" y="193926"/>
                  <a:pt x="256023" y="197423"/>
                  <a:pt x="250650" y="197082"/>
                </a:cubicBezTo>
                <a:lnTo>
                  <a:pt x="232737" y="195931"/>
                </a:lnTo>
                <a:cubicBezTo>
                  <a:pt x="230050" y="199385"/>
                  <a:pt x="226937" y="202584"/>
                  <a:pt x="223397" y="205314"/>
                </a:cubicBezTo>
                <a:lnTo>
                  <a:pt x="224548" y="223184"/>
                </a:lnTo>
                <a:cubicBezTo>
                  <a:pt x="224890" y="228557"/>
                  <a:pt x="221392" y="233419"/>
                  <a:pt x="216232" y="234784"/>
                </a:cubicBezTo>
                <a:lnTo>
                  <a:pt x="205058" y="237770"/>
                </a:lnTo>
                <a:cubicBezTo>
                  <a:pt x="199854" y="239177"/>
                  <a:pt x="194438" y="236703"/>
                  <a:pt x="192050" y="231884"/>
                </a:cubicBezTo>
                <a:lnTo>
                  <a:pt x="184117" y="215848"/>
                </a:lnTo>
                <a:cubicBezTo>
                  <a:pt x="179724" y="215251"/>
                  <a:pt x="175416" y="214057"/>
                  <a:pt x="171365" y="212393"/>
                </a:cubicBezTo>
                <a:lnTo>
                  <a:pt x="156437" y="222331"/>
                </a:lnTo>
                <a:cubicBezTo>
                  <a:pt x="151959" y="225316"/>
                  <a:pt x="146031" y="224719"/>
                  <a:pt x="142235" y="220923"/>
                </a:cubicBezTo>
                <a:lnTo>
                  <a:pt x="134047" y="212734"/>
                </a:lnTo>
                <a:cubicBezTo>
                  <a:pt x="130251" y="208939"/>
                  <a:pt x="129654" y="203010"/>
                  <a:pt x="132639" y="198532"/>
                </a:cubicBezTo>
                <a:lnTo>
                  <a:pt x="142576" y="183605"/>
                </a:lnTo>
                <a:cubicBezTo>
                  <a:pt x="141766" y="181601"/>
                  <a:pt x="141041" y="179511"/>
                  <a:pt x="140444" y="177336"/>
                </a:cubicBezTo>
                <a:cubicBezTo>
                  <a:pt x="139847" y="175160"/>
                  <a:pt x="139463" y="172985"/>
                  <a:pt x="139165" y="170853"/>
                </a:cubicBezTo>
                <a:lnTo>
                  <a:pt x="123086" y="162920"/>
                </a:lnTo>
                <a:cubicBezTo>
                  <a:pt x="118266" y="160532"/>
                  <a:pt x="115835" y="155073"/>
                  <a:pt x="117200" y="149912"/>
                </a:cubicBezTo>
                <a:lnTo>
                  <a:pt x="120186" y="138738"/>
                </a:lnTo>
                <a:cubicBezTo>
                  <a:pt x="121593" y="133577"/>
                  <a:pt x="126412" y="130080"/>
                  <a:pt x="131786" y="130421"/>
                </a:cubicBezTo>
                <a:lnTo>
                  <a:pt x="149656" y="131573"/>
                </a:lnTo>
                <a:cubicBezTo>
                  <a:pt x="152343" y="128118"/>
                  <a:pt x="155457" y="124920"/>
                  <a:pt x="158996" y="122190"/>
                </a:cubicBezTo>
                <a:lnTo>
                  <a:pt x="157845" y="104363"/>
                </a:lnTo>
                <a:cubicBezTo>
                  <a:pt x="157504" y="98989"/>
                  <a:pt x="161001" y="94127"/>
                  <a:pt x="166161" y="92762"/>
                </a:cubicBezTo>
                <a:lnTo>
                  <a:pt x="177336" y="89777"/>
                </a:lnTo>
                <a:close/>
                <a:moveTo>
                  <a:pt x="191239" y="145007"/>
                </a:moveTo>
                <a:cubicBezTo>
                  <a:pt x="180882" y="145019"/>
                  <a:pt x="172483" y="153437"/>
                  <a:pt x="172495" y="163794"/>
                </a:cubicBezTo>
                <a:cubicBezTo>
                  <a:pt x="172507" y="174152"/>
                  <a:pt x="180925" y="182551"/>
                  <a:pt x="191282" y="182539"/>
                </a:cubicBezTo>
                <a:cubicBezTo>
                  <a:pt x="201639" y="182527"/>
                  <a:pt x="210038" y="174109"/>
                  <a:pt x="210026" y="163752"/>
                </a:cubicBezTo>
                <a:cubicBezTo>
                  <a:pt x="210014" y="153395"/>
                  <a:pt x="201596" y="144996"/>
                  <a:pt x="191239" y="145007"/>
                </a:cubicBezTo>
                <a:close/>
                <a:moveTo>
                  <a:pt x="95918" y="-19405"/>
                </a:moveTo>
                <a:lnTo>
                  <a:pt x="107092" y="-16420"/>
                </a:lnTo>
                <a:cubicBezTo>
                  <a:pt x="112253" y="-15013"/>
                  <a:pt x="115750" y="-10151"/>
                  <a:pt x="115409" y="-4819"/>
                </a:cubicBezTo>
                <a:lnTo>
                  <a:pt x="114257" y="13008"/>
                </a:lnTo>
                <a:cubicBezTo>
                  <a:pt x="117797" y="15738"/>
                  <a:pt x="120911" y="18894"/>
                  <a:pt x="123598" y="22391"/>
                </a:cubicBezTo>
                <a:lnTo>
                  <a:pt x="141510" y="21239"/>
                </a:lnTo>
                <a:cubicBezTo>
                  <a:pt x="146841" y="20898"/>
                  <a:pt x="151703" y="24395"/>
                  <a:pt x="153111" y="29556"/>
                </a:cubicBezTo>
                <a:lnTo>
                  <a:pt x="156096" y="40730"/>
                </a:lnTo>
                <a:cubicBezTo>
                  <a:pt x="157461" y="45891"/>
                  <a:pt x="155030" y="51350"/>
                  <a:pt x="150211" y="53738"/>
                </a:cubicBezTo>
                <a:lnTo>
                  <a:pt x="134132" y="61671"/>
                </a:lnTo>
                <a:cubicBezTo>
                  <a:pt x="133833" y="63846"/>
                  <a:pt x="133407" y="66021"/>
                  <a:pt x="132852" y="68154"/>
                </a:cubicBezTo>
                <a:cubicBezTo>
                  <a:pt x="132298" y="70286"/>
                  <a:pt x="131530" y="72418"/>
                  <a:pt x="130720" y="74423"/>
                </a:cubicBezTo>
                <a:lnTo>
                  <a:pt x="140657" y="89350"/>
                </a:lnTo>
                <a:cubicBezTo>
                  <a:pt x="143643" y="93828"/>
                  <a:pt x="143046" y="99757"/>
                  <a:pt x="139250" y="103552"/>
                </a:cubicBezTo>
                <a:lnTo>
                  <a:pt x="131061" y="111741"/>
                </a:lnTo>
                <a:cubicBezTo>
                  <a:pt x="127265" y="115537"/>
                  <a:pt x="121337" y="116134"/>
                  <a:pt x="116859" y="113148"/>
                </a:cubicBezTo>
                <a:lnTo>
                  <a:pt x="101932" y="103211"/>
                </a:lnTo>
                <a:cubicBezTo>
                  <a:pt x="97880" y="104875"/>
                  <a:pt x="93572" y="106069"/>
                  <a:pt x="89180" y="106666"/>
                </a:cubicBezTo>
                <a:lnTo>
                  <a:pt x="81247" y="122702"/>
                </a:lnTo>
                <a:cubicBezTo>
                  <a:pt x="78858" y="127521"/>
                  <a:pt x="73399" y="129952"/>
                  <a:pt x="68239" y="128588"/>
                </a:cubicBezTo>
                <a:lnTo>
                  <a:pt x="57065" y="125602"/>
                </a:lnTo>
                <a:cubicBezTo>
                  <a:pt x="51861" y="124195"/>
                  <a:pt x="48407" y="119333"/>
                  <a:pt x="48748" y="114001"/>
                </a:cubicBezTo>
                <a:lnTo>
                  <a:pt x="49900" y="96131"/>
                </a:lnTo>
                <a:cubicBezTo>
                  <a:pt x="46360" y="93402"/>
                  <a:pt x="43246" y="90246"/>
                  <a:pt x="40559" y="86749"/>
                </a:cubicBezTo>
                <a:lnTo>
                  <a:pt x="22647" y="87900"/>
                </a:lnTo>
                <a:cubicBezTo>
                  <a:pt x="17316" y="88241"/>
                  <a:pt x="12454" y="84744"/>
                  <a:pt x="11046" y="79584"/>
                </a:cubicBezTo>
                <a:lnTo>
                  <a:pt x="8061" y="68409"/>
                </a:lnTo>
                <a:cubicBezTo>
                  <a:pt x="6696" y="63249"/>
                  <a:pt x="9127" y="57790"/>
                  <a:pt x="13946" y="55401"/>
                </a:cubicBezTo>
                <a:lnTo>
                  <a:pt x="30025" y="47469"/>
                </a:lnTo>
                <a:cubicBezTo>
                  <a:pt x="30324" y="45294"/>
                  <a:pt x="30750" y="43161"/>
                  <a:pt x="31305" y="40986"/>
                </a:cubicBezTo>
                <a:cubicBezTo>
                  <a:pt x="31902" y="38811"/>
                  <a:pt x="32584" y="36721"/>
                  <a:pt x="33437" y="34716"/>
                </a:cubicBezTo>
                <a:lnTo>
                  <a:pt x="23500" y="19832"/>
                </a:lnTo>
                <a:cubicBezTo>
                  <a:pt x="20514" y="15354"/>
                  <a:pt x="21111" y="9425"/>
                  <a:pt x="24907" y="5630"/>
                </a:cubicBezTo>
                <a:lnTo>
                  <a:pt x="33096" y="-2559"/>
                </a:lnTo>
                <a:cubicBezTo>
                  <a:pt x="36892" y="-6355"/>
                  <a:pt x="42820" y="-6952"/>
                  <a:pt x="47298" y="-3966"/>
                </a:cubicBezTo>
                <a:lnTo>
                  <a:pt x="62225" y="5971"/>
                </a:lnTo>
                <a:cubicBezTo>
                  <a:pt x="66277" y="4308"/>
                  <a:pt x="70585" y="3113"/>
                  <a:pt x="74977" y="2516"/>
                </a:cubicBezTo>
                <a:lnTo>
                  <a:pt x="82910" y="-13520"/>
                </a:lnTo>
                <a:cubicBezTo>
                  <a:pt x="85299" y="-18339"/>
                  <a:pt x="90715" y="-20770"/>
                  <a:pt x="95918" y="-19405"/>
                </a:cubicBezTo>
                <a:close/>
                <a:moveTo>
                  <a:pt x="82057" y="35825"/>
                </a:moveTo>
                <a:cubicBezTo>
                  <a:pt x="71700" y="35825"/>
                  <a:pt x="63291" y="44234"/>
                  <a:pt x="63291" y="54591"/>
                </a:cubicBezTo>
                <a:cubicBezTo>
                  <a:pt x="63291" y="64948"/>
                  <a:pt x="71700" y="73357"/>
                  <a:pt x="82057" y="73357"/>
                </a:cubicBezTo>
                <a:cubicBezTo>
                  <a:pt x="92414" y="73357"/>
                  <a:pt x="100823" y="64948"/>
                  <a:pt x="100823" y="54591"/>
                </a:cubicBezTo>
                <a:cubicBezTo>
                  <a:pt x="100823" y="44234"/>
                  <a:pt x="92414" y="35825"/>
                  <a:pt x="82057" y="3582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73935" y="1346579"/>
            <a:ext cx="2793242" cy="50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Tailored for Semi-Automatic Equipment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2304" y="2001672"/>
            <a:ext cx="3375546" cy="709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6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Unlike generic LIS solutions, our system is specifically designed to seamlessly integrate with semi-automatic laboratory equipment workflows.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0501" y="2847833"/>
            <a:ext cx="127379" cy="127379"/>
          </a:xfrm>
          <a:custGeom>
            <a:avLst/>
            <a:gdLst/>
            <a:ahLst/>
            <a:cxnLst/>
            <a:rect l="l" t="t" r="r" b="b"/>
            <a:pathLst>
              <a:path w="127379" h="127379">
                <a:moveTo>
                  <a:pt x="63690" y="127379"/>
                </a:moveTo>
                <a:cubicBezTo>
                  <a:pt x="98841" y="127379"/>
                  <a:pt x="127379" y="98841"/>
                  <a:pt x="127379" y="63690"/>
                </a:cubicBezTo>
                <a:cubicBezTo>
                  <a:pt x="127379" y="28538"/>
                  <a:pt x="98841" y="0"/>
                  <a:pt x="63690" y="0"/>
                </a:cubicBezTo>
                <a:cubicBezTo>
                  <a:pt x="28538" y="0"/>
                  <a:pt x="0" y="28538"/>
                  <a:pt x="0" y="63690"/>
                </a:cubicBezTo>
                <a:cubicBezTo>
                  <a:pt x="0" y="98841"/>
                  <a:pt x="28538" y="127379"/>
                  <a:pt x="63690" y="127379"/>
                </a:cubicBezTo>
                <a:close/>
                <a:moveTo>
                  <a:pt x="84687" y="52917"/>
                </a:moveTo>
                <a:lnTo>
                  <a:pt x="64784" y="84762"/>
                </a:lnTo>
                <a:cubicBezTo>
                  <a:pt x="63739" y="86429"/>
                  <a:pt x="61948" y="87474"/>
                  <a:pt x="59983" y="87573"/>
                </a:cubicBezTo>
                <a:cubicBezTo>
                  <a:pt x="58017" y="87673"/>
                  <a:pt x="56126" y="86777"/>
                  <a:pt x="54957" y="85185"/>
                </a:cubicBezTo>
                <a:lnTo>
                  <a:pt x="43015" y="69262"/>
                </a:lnTo>
                <a:cubicBezTo>
                  <a:pt x="41025" y="66625"/>
                  <a:pt x="41572" y="62893"/>
                  <a:pt x="44210" y="60903"/>
                </a:cubicBezTo>
                <a:cubicBezTo>
                  <a:pt x="46847" y="58913"/>
                  <a:pt x="50578" y="59460"/>
                  <a:pt x="52569" y="62097"/>
                </a:cubicBezTo>
                <a:lnTo>
                  <a:pt x="59286" y="71054"/>
                </a:lnTo>
                <a:lnTo>
                  <a:pt x="74562" y="46598"/>
                </a:lnTo>
                <a:cubicBezTo>
                  <a:pt x="76303" y="43811"/>
                  <a:pt x="79985" y="42941"/>
                  <a:pt x="82796" y="44707"/>
                </a:cubicBezTo>
                <a:cubicBezTo>
                  <a:pt x="85608" y="46473"/>
                  <a:pt x="86454" y="50131"/>
                  <a:pt x="84687" y="52942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4316" y="2820537"/>
            <a:ext cx="1792406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Optimized data entry interfaces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65494" y="1164609"/>
            <a:ext cx="3684896" cy="2483893"/>
          </a:xfrm>
          <a:custGeom>
            <a:avLst/>
            <a:gdLst/>
            <a:ahLst/>
            <a:cxnLst/>
            <a:rect l="l" t="t" r="r" b="b"/>
            <a:pathLst>
              <a:path w="3684896" h="2483893">
                <a:moveTo>
                  <a:pt x="36394" y="0"/>
                </a:moveTo>
                <a:lnTo>
                  <a:pt x="3539315" y="0"/>
                </a:lnTo>
                <a:cubicBezTo>
                  <a:pt x="3619717" y="0"/>
                  <a:pt x="3684896" y="65179"/>
                  <a:pt x="3684896" y="145581"/>
                </a:cubicBezTo>
                <a:lnTo>
                  <a:pt x="3684896" y="2338312"/>
                </a:lnTo>
                <a:cubicBezTo>
                  <a:pt x="3684896" y="2418714"/>
                  <a:pt x="3619717" y="2483893"/>
                  <a:pt x="3539315" y="2483893"/>
                </a:cubicBezTo>
                <a:lnTo>
                  <a:pt x="36394" y="2483893"/>
                </a:lnTo>
                <a:cubicBezTo>
                  <a:pt x="16294" y="2483893"/>
                  <a:pt x="0" y="2467598"/>
                  <a:pt x="0" y="2447499"/>
                </a:cubicBezTo>
                <a:lnTo>
                  <a:pt x="0" y="36394"/>
                </a:lnTo>
                <a:cubicBezTo>
                  <a:pt x="0" y="16308"/>
                  <a:pt x="16308" y="0"/>
                  <a:pt x="3639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6478" dist="9098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265494" y="1164609"/>
            <a:ext cx="36394" cy="2483893"/>
          </a:xfrm>
          <a:custGeom>
            <a:avLst/>
            <a:gdLst/>
            <a:ahLst/>
            <a:cxnLst/>
            <a:rect l="l" t="t" r="r" b="b"/>
            <a:pathLst>
              <a:path w="36394" h="2483893">
                <a:moveTo>
                  <a:pt x="36394" y="0"/>
                </a:moveTo>
                <a:lnTo>
                  <a:pt x="36394" y="0"/>
                </a:lnTo>
                <a:lnTo>
                  <a:pt x="36394" y="2483893"/>
                </a:lnTo>
                <a:lnTo>
                  <a:pt x="36394" y="2483893"/>
                </a:lnTo>
                <a:cubicBezTo>
                  <a:pt x="16294" y="2483893"/>
                  <a:pt x="0" y="2467598"/>
                  <a:pt x="0" y="2447499"/>
                </a:cubicBezTo>
                <a:lnTo>
                  <a:pt x="0" y="36394"/>
                </a:lnTo>
                <a:cubicBezTo>
                  <a:pt x="0" y="16308"/>
                  <a:pt x="16308" y="0"/>
                  <a:pt x="36394" y="0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465661" y="1346579"/>
            <a:ext cx="509516" cy="509516"/>
          </a:xfrm>
          <a:custGeom>
            <a:avLst/>
            <a:gdLst/>
            <a:ahLst/>
            <a:cxnLst/>
            <a:rect l="l" t="t" r="r" b="b"/>
            <a:pathLst>
              <a:path w="509516" h="509516">
                <a:moveTo>
                  <a:pt x="109184" y="0"/>
                </a:moveTo>
                <a:lnTo>
                  <a:pt x="400332" y="0"/>
                </a:lnTo>
                <a:cubicBezTo>
                  <a:pt x="460633" y="0"/>
                  <a:pt x="509516" y="48883"/>
                  <a:pt x="509516" y="109184"/>
                </a:cubicBezTo>
                <a:lnTo>
                  <a:pt x="509516" y="400332"/>
                </a:lnTo>
                <a:cubicBezTo>
                  <a:pt x="509516" y="460633"/>
                  <a:pt x="460633" y="509516"/>
                  <a:pt x="400332" y="509516"/>
                </a:cubicBezTo>
                <a:lnTo>
                  <a:pt x="109184" y="509516"/>
                </a:lnTo>
                <a:cubicBezTo>
                  <a:pt x="48883" y="509516"/>
                  <a:pt x="0" y="460633"/>
                  <a:pt x="0" y="400332"/>
                </a:cubicBezTo>
                <a:lnTo>
                  <a:pt x="0" y="109184"/>
                </a:lnTo>
                <a:cubicBezTo>
                  <a:pt x="0" y="48883"/>
                  <a:pt x="48883" y="0"/>
                  <a:pt x="109184" y="0"/>
                </a:cubicBezTo>
                <a:close/>
              </a:path>
            </a:pathLst>
          </a:custGeom>
          <a:gradFill flip="none" rotWithShape="1">
            <a:gsLst>
              <a:gs pos="0">
                <a:srgbClr val="7C3AED"/>
              </a:gs>
              <a:gs pos="100000">
                <a:srgbClr val="EC4899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11237" y="1492155"/>
            <a:ext cx="218364" cy="218364"/>
          </a:xfrm>
          <a:custGeom>
            <a:avLst/>
            <a:gdLst/>
            <a:ahLst/>
            <a:cxnLst/>
            <a:rect l="l" t="t" r="r" b="b"/>
            <a:pathLst>
              <a:path w="218364" h="218364">
                <a:moveTo>
                  <a:pt x="178359" y="75574"/>
                </a:moveTo>
                <a:cubicBezTo>
                  <a:pt x="176056" y="74807"/>
                  <a:pt x="173753" y="74082"/>
                  <a:pt x="171450" y="73399"/>
                </a:cubicBezTo>
                <a:cubicBezTo>
                  <a:pt x="171834" y="71821"/>
                  <a:pt x="172175" y="70243"/>
                  <a:pt x="172516" y="68665"/>
                </a:cubicBezTo>
                <a:cubicBezTo>
                  <a:pt x="177762" y="43246"/>
                  <a:pt x="174308" y="22817"/>
                  <a:pt x="162664" y="16079"/>
                </a:cubicBezTo>
                <a:cubicBezTo>
                  <a:pt x="151447" y="9639"/>
                  <a:pt x="133151" y="16335"/>
                  <a:pt x="114641" y="32456"/>
                </a:cubicBezTo>
                <a:cubicBezTo>
                  <a:pt x="112807" y="34034"/>
                  <a:pt x="111016" y="35697"/>
                  <a:pt x="109310" y="37361"/>
                </a:cubicBezTo>
                <a:cubicBezTo>
                  <a:pt x="108159" y="36252"/>
                  <a:pt x="106964" y="35143"/>
                  <a:pt x="105770" y="34077"/>
                </a:cubicBezTo>
                <a:cubicBezTo>
                  <a:pt x="86365" y="16846"/>
                  <a:pt x="66917" y="9596"/>
                  <a:pt x="55273" y="16377"/>
                </a:cubicBezTo>
                <a:cubicBezTo>
                  <a:pt x="44099" y="22860"/>
                  <a:pt x="40773" y="42095"/>
                  <a:pt x="45464" y="66149"/>
                </a:cubicBezTo>
                <a:cubicBezTo>
                  <a:pt x="45933" y="68537"/>
                  <a:pt x="46445" y="70883"/>
                  <a:pt x="47042" y="73271"/>
                </a:cubicBezTo>
                <a:cubicBezTo>
                  <a:pt x="44313" y="74039"/>
                  <a:pt x="41626" y="74892"/>
                  <a:pt x="39109" y="75788"/>
                </a:cubicBezTo>
                <a:cubicBezTo>
                  <a:pt x="16335" y="83678"/>
                  <a:pt x="0" y="96131"/>
                  <a:pt x="0" y="109011"/>
                </a:cubicBezTo>
                <a:cubicBezTo>
                  <a:pt x="0" y="122318"/>
                  <a:pt x="17401" y="135667"/>
                  <a:pt x="41071" y="143771"/>
                </a:cubicBezTo>
                <a:cubicBezTo>
                  <a:pt x="42990" y="144410"/>
                  <a:pt x="44910" y="145050"/>
                  <a:pt x="46872" y="145605"/>
                </a:cubicBezTo>
                <a:cubicBezTo>
                  <a:pt x="46232" y="148164"/>
                  <a:pt x="45677" y="150680"/>
                  <a:pt x="45166" y="153281"/>
                </a:cubicBezTo>
                <a:cubicBezTo>
                  <a:pt x="40687" y="176952"/>
                  <a:pt x="44185" y="195717"/>
                  <a:pt x="55359" y="202157"/>
                </a:cubicBezTo>
                <a:cubicBezTo>
                  <a:pt x="66874" y="208811"/>
                  <a:pt x="86237" y="201987"/>
                  <a:pt x="105088" y="185482"/>
                </a:cubicBezTo>
                <a:cubicBezTo>
                  <a:pt x="106580" y="184159"/>
                  <a:pt x="108073" y="182795"/>
                  <a:pt x="109566" y="181345"/>
                </a:cubicBezTo>
                <a:cubicBezTo>
                  <a:pt x="111442" y="183179"/>
                  <a:pt x="113404" y="184927"/>
                  <a:pt x="115366" y="186633"/>
                </a:cubicBezTo>
                <a:cubicBezTo>
                  <a:pt x="133620" y="202328"/>
                  <a:pt x="151661" y="208683"/>
                  <a:pt x="162792" y="202243"/>
                </a:cubicBezTo>
                <a:cubicBezTo>
                  <a:pt x="174307" y="195589"/>
                  <a:pt x="178061" y="175416"/>
                  <a:pt x="173199" y="150850"/>
                </a:cubicBezTo>
                <a:cubicBezTo>
                  <a:pt x="172815" y="148974"/>
                  <a:pt x="172388" y="147055"/>
                  <a:pt x="171919" y="145093"/>
                </a:cubicBezTo>
                <a:cubicBezTo>
                  <a:pt x="173284" y="144709"/>
                  <a:pt x="174606" y="144282"/>
                  <a:pt x="175928" y="143856"/>
                </a:cubicBezTo>
                <a:cubicBezTo>
                  <a:pt x="200537" y="135710"/>
                  <a:pt x="218364" y="122531"/>
                  <a:pt x="218364" y="109011"/>
                </a:cubicBezTo>
                <a:cubicBezTo>
                  <a:pt x="218364" y="96089"/>
                  <a:pt x="201560" y="83550"/>
                  <a:pt x="178359" y="75574"/>
                </a:cubicBezTo>
                <a:close/>
                <a:moveTo>
                  <a:pt x="120655" y="39365"/>
                </a:moveTo>
                <a:cubicBezTo>
                  <a:pt x="136520" y="25547"/>
                  <a:pt x="151320" y="20130"/>
                  <a:pt x="158058" y="24012"/>
                </a:cubicBezTo>
                <a:cubicBezTo>
                  <a:pt x="165266" y="28149"/>
                  <a:pt x="168038" y="44867"/>
                  <a:pt x="163517" y="66831"/>
                </a:cubicBezTo>
                <a:cubicBezTo>
                  <a:pt x="163219" y="68281"/>
                  <a:pt x="162920" y="69689"/>
                  <a:pt x="162536" y="71096"/>
                </a:cubicBezTo>
                <a:cubicBezTo>
                  <a:pt x="153068" y="68964"/>
                  <a:pt x="143472" y="67428"/>
                  <a:pt x="133833" y="66575"/>
                </a:cubicBezTo>
                <a:cubicBezTo>
                  <a:pt x="128289" y="58643"/>
                  <a:pt x="122233" y="51051"/>
                  <a:pt x="115665" y="43929"/>
                </a:cubicBezTo>
                <a:cubicBezTo>
                  <a:pt x="117328" y="42351"/>
                  <a:pt x="118949" y="40858"/>
                  <a:pt x="120655" y="39365"/>
                </a:cubicBezTo>
                <a:close/>
                <a:moveTo>
                  <a:pt x="71310" y="131146"/>
                </a:moveTo>
                <a:cubicBezTo>
                  <a:pt x="73485" y="134857"/>
                  <a:pt x="75702" y="138567"/>
                  <a:pt x="78048" y="142193"/>
                </a:cubicBezTo>
                <a:cubicBezTo>
                  <a:pt x="71395" y="141468"/>
                  <a:pt x="64784" y="140401"/>
                  <a:pt x="58259" y="138994"/>
                </a:cubicBezTo>
                <a:cubicBezTo>
                  <a:pt x="60135" y="132852"/>
                  <a:pt x="62481" y="126498"/>
                  <a:pt x="65211" y="120015"/>
                </a:cubicBezTo>
                <a:cubicBezTo>
                  <a:pt x="67173" y="123768"/>
                  <a:pt x="69177" y="127479"/>
                  <a:pt x="71310" y="131146"/>
                </a:cubicBezTo>
                <a:close/>
                <a:moveTo>
                  <a:pt x="58387" y="79839"/>
                </a:moveTo>
                <a:cubicBezTo>
                  <a:pt x="64528" y="78475"/>
                  <a:pt x="71054" y="77366"/>
                  <a:pt x="77835" y="76513"/>
                </a:cubicBezTo>
                <a:cubicBezTo>
                  <a:pt x="75574" y="80053"/>
                  <a:pt x="73357" y="83678"/>
                  <a:pt x="71267" y="87346"/>
                </a:cubicBezTo>
                <a:cubicBezTo>
                  <a:pt x="69177" y="90971"/>
                  <a:pt x="67130" y="94681"/>
                  <a:pt x="65211" y="98434"/>
                </a:cubicBezTo>
                <a:cubicBezTo>
                  <a:pt x="62524" y="92080"/>
                  <a:pt x="60263" y="85853"/>
                  <a:pt x="58387" y="79839"/>
                </a:cubicBezTo>
                <a:close/>
                <a:moveTo>
                  <a:pt x="70073" y="109225"/>
                </a:moveTo>
                <a:cubicBezTo>
                  <a:pt x="72888" y="103339"/>
                  <a:pt x="75958" y="97581"/>
                  <a:pt x="79200" y="91909"/>
                </a:cubicBezTo>
                <a:cubicBezTo>
                  <a:pt x="82441" y="86237"/>
                  <a:pt x="85938" y="80735"/>
                  <a:pt x="89606" y="75319"/>
                </a:cubicBezTo>
                <a:cubicBezTo>
                  <a:pt x="96003" y="74849"/>
                  <a:pt x="102529" y="74594"/>
                  <a:pt x="109182" y="74594"/>
                </a:cubicBezTo>
                <a:cubicBezTo>
                  <a:pt x="115835" y="74594"/>
                  <a:pt x="122403" y="74849"/>
                  <a:pt x="128758" y="75319"/>
                </a:cubicBezTo>
                <a:cubicBezTo>
                  <a:pt x="132383" y="80692"/>
                  <a:pt x="135838" y="86194"/>
                  <a:pt x="139122" y="91824"/>
                </a:cubicBezTo>
                <a:cubicBezTo>
                  <a:pt x="142406" y="97454"/>
                  <a:pt x="145477" y="103211"/>
                  <a:pt x="148377" y="109054"/>
                </a:cubicBezTo>
                <a:cubicBezTo>
                  <a:pt x="145519" y="114940"/>
                  <a:pt x="142449" y="120740"/>
                  <a:pt x="139165" y="126455"/>
                </a:cubicBezTo>
                <a:cubicBezTo>
                  <a:pt x="135923" y="132127"/>
                  <a:pt x="132469" y="137629"/>
                  <a:pt x="128843" y="143088"/>
                </a:cubicBezTo>
                <a:cubicBezTo>
                  <a:pt x="122489" y="143557"/>
                  <a:pt x="115878" y="143771"/>
                  <a:pt x="109182" y="143771"/>
                </a:cubicBezTo>
                <a:cubicBezTo>
                  <a:pt x="102486" y="143771"/>
                  <a:pt x="96003" y="143557"/>
                  <a:pt x="89734" y="143174"/>
                </a:cubicBezTo>
                <a:cubicBezTo>
                  <a:pt x="86024" y="137757"/>
                  <a:pt x="82526" y="132213"/>
                  <a:pt x="79242" y="126540"/>
                </a:cubicBezTo>
                <a:cubicBezTo>
                  <a:pt x="75958" y="120868"/>
                  <a:pt x="72930" y="115110"/>
                  <a:pt x="70073" y="109225"/>
                </a:cubicBezTo>
                <a:close/>
                <a:moveTo>
                  <a:pt x="147097" y="131061"/>
                </a:moveTo>
                <a:cubicBezTo>
                  <a:pt x="149272" y="127308"/>
                  <a:pt x="151320" y="123512"/>
                  <a:pt x="153324" y="119674"/>
                </a:cubicBezTo>
                <a:cubicBezTo>
                  <a:pt x="156054" y="125858"/>
                  <a:pt x="158442" y="132127"/>
                  <a:pt x="160532" y="138567"/>
                </a:cubicBezTo>
                <a:cubicBezTo>
                  <a:pt x="153921" y="140060"/>
                  <a:pt x="147225" y="141212"/>
                  <a:pt x="140487" y="141979"/>
                </a:cubicBezTo>
                <a:cubicBezTo>
                  <a:pt x="142790" y="138397"/>
                  <a:pt x="144965" y="134729"/>
                  <a:pt x="147097" y="131061"/>
                </a:cubicBezTo>
                <a:close/>
                <a:moveTo>
                  <a:pt x="153239" y="98434"/>
                </a:moveTo>
                <a:cubicBezTo>
                  <a:pt x="151234" y="94681"/>
                  <a:pt x="149187" y="90928"/>
                  <a:pt x="147055" y="87260"/>
                </a:cubicBezTo>
                <a:cubicBezTo>
                  <a:pt x="144965" y="83635"/>
                  <a:pt x="142790" y="80053"/>
                  <a:pt x="140529" y="76513"/>
                </a:cubicBezTo>
                <a:cubicBezTo>
                  <a:pt x="147396" y="77366"/>
                  <a:pt x="153964" y="78517"/>
                  <a:pt x="160105" y="79925"/>
                </a:cubicBezTo>
                <a:cubicBezTo>
                  <a:pt x="158143" y="86237"/>
                  <a:pt x="155840" y="92378"/>
                  <a:pt x="153239" y="98434"/>
                </a:cubicBezTo>
                <a:close/>
                <a:moveTo>
                  <a:pt x="109267" y="50454"/>
                </a:moveTo>
                <a:cubicBezTo>
                  <a:pt x="113746" y="55316"/>
                  <a:pt x="117968" y="60434"/>
                  <a:pt x="121892" y="65723"/>
                </a:cubicBezTo>
                <a:cubicBezTo>
                  <a:pt x="113447" y="65339"/>
                  <a:pt x="104960" y="65339"/>
                  <a:pt x="96515" y="65723"/>
                </a:cubicBezTo>
                <a:cubicBezTo>
                  <a:pt x="100695" y="60221"/>
                  <a:pt x="105002" y="55103"/>
                  <a:pt x="109267" y="50454"/>
                </a:cubicBezTo>
                <a:close/>
                <a:moveTo>
                  <a:pt x="59794" y="24310"/>
                </a:moveTo>
                <a:cubicBezTo>
                  <a:pt x="66959" y="20130"/>
                  <a:pt x="82868" y="26101"/>
                  <a:pt x="99629" y="40943"/>
                </a:cubicBezTo>
                <a:cubicBezTo>
                  <a:pt x="100695" y="41882"/>
                  <a:pt x="101761" y="42905"/>
                  <a:pt x="102870" y="43929"/>
                </a:cubicBezTo>
                <a:cubicBezTo>
                  <a:pt x="96259" y="51051"/>
                  <a:pt x="90161" y="58643"/>
                  <a:pt x="84573" y="66575"/>
                </a:cubicBezTo>
                <a:cubicBezTo>
                  <a:pt x="74935" y="67428"/>
                  <a:pt x="65381" y="68921"/>
                  <a:pt x="55913" y="71011"/>
                </a:cubicBezTo>
                <a:cubicBezTo>
                  <a:pt x="55359" y="68836"/>
                  <a:pt x="54890" y="66618"/>
                  <a:pt x="54420" y="64400"/>
                </a:cubicBezTo>
                <a:cubicBezTo>
                  <a:pt x="50411" y="43758"/>
                  <a:pt x="53056" y="28191"/>
                  <a:pt x="59794" y="24310"/>
                </a:cubicBezTo>
                <a:close/>
                <a:moveTo>
                  <a:pt x="49345" y="136734"/>
                </a:moveTo>
                <a:cubicBezTo>
                  <a:pt x="47554" y="136222"/>
                  <a:pt x="45805" y="135667"/>
                  <a:pt x="44057" y="135070"/>
                </a:cubicBezTo>
                <a:cubicBezTo>
                  <a:pt x="34972" y="132213"/>
                  <a:pt x="24651" y="127692"/>
                  <a:pt x="17188" y="121764"/>
                </a:cubicBezTo>
                <a:cubicBezTo>
                  <a:pt x="12880" y="118778"/>
                  <a:pt x="9980" y="114172"/>
                  <a:pt x="9170" y="109011"/>
                </a:cubicBezTo>
                <a:cubicBezTo>
                  <a:pt x="9170" y="101207"/>
                  <a:pt x="22647" y="91227"/>
                  <a:pt x="42095" y="84446"/>
                </a:cubicBezTo>
                <a:cubicBezTo>
                  <a:pt x="44526" y="83593"/>
                  <a:pt x="46999" y="82825"/>
                  <a:pt x="49473" y="82100"/>
                </a:cubicBezTo>
                <a:cubicBezTo>
                  <a:pt x="52373" y="91355"/>
                  <a:pt x="55871" y="100439"/>
                  <a:pt x="59922" y="109225"/>
                </a:cubicBezTo>
                <a:cubicBezTo>
                  <a:pt x="55828" y="118138"/>
                  <a:pt x="52288" y="127351"/>
                  <a:pt x="49345" y="136734"/>
                </a:cubicBezTo>
                <a:close/>
                <a:moveTo>
                  <a:pt x="99074" y="178530"/>
                </a:moveTo>
                <a:cubicBezTo>
                  <a:pt x="92037" y="184970"/>
                  <a:pt x="83891" y="190088"/>
                  <a:pt x="75020" y="193585"/>
                </a:cubicBezTo>
                <a:cubicBezTo>
                  <a:pt x="70286" y="195845"/>
                  <a:pt x="64827" y="196059"/>
                  <a:pt x="59965" y="194139"/>
                </a:cubicBezTo>
                <a:cubicBezTo>
                  <a:pt x="53184" y="190216"/>
                  <a:pt x="50369" y="175160"/>
                  <a:pt x="54207" y="154902"/>
                </a:cubicBezTo>
                <a:cubicBezTo>
                  <a:pt x="54676" y="152514"/>
                  <a:pt x="55188" y="150125"/>
                  <a:pt x="55785" y="147780"/>
                </a:cubicBezTo>
                <a:cubicBezTo>
                  <a:pt x="65339" y="149827"/>
                  <a:pt x="74977" y="151234"/>
                  <a:pt x="84744" y="151959"/>
                </a:cubicBezTo>
                <a:cubicBezTo>
                  <a:pt x="90374" y="159935"/>
                  <a:pt x="96558" y="167569"/>
                  <a:pt x="103169" y="174734"/>
                </a:cubicBezTo>
                <a:cubicBezTo>
                  <a:pt x="101804" y="176056"/>
                  <a:pt x="100439" y="177336"/>
                  <a:pt x="99074" y="178530"/>
                </a:cubicBezTo>
                <a:close/>
                <a:moveTo>
                  <a:pt x="109523" y="168166"/>
                </a:moveTo>
                <a:cubicBezTo>
                  <a:pt x="105173" y="163475"/>
                  <a:pt x="100823" y="158271"/>
                  <a:pt x="96601" y="152684"/>
                </a:cubicBezTo>
                <a:cubicBezTo>
                  <a:pt x="100695" y="152855"/>
                  <a:pt x="104917" y="152940"/>
                  <a:pt x="109182" y="152940"/>
                </a:cubicBezTo>
                <a:cubicBezTo>
                  <a:pt x="113575" y="152940"/>
                  <a:pt x="117883" y="152855"/>
                  <a:pt x="122147" y="152642"/>
                </a:cubicBezTo>
                <a:cubicBezTo>
                  <a:pt x="118224" y="158058"/>
                  <a:pt x="114001" y="163219"/>
                  <a:pt x="109523" y="168166"/>
                </a:cubicBezTo>
                <a:close/>
                <a:moveTo>
                  <a:pt x="165266" y="180961"/>
                </a:moveTo>
                <a:cubicBezTo>
                  <a:pt x="164882" y="186164"/>
                  <a:pt x="162323" y="191026"/>
                  <a:pt x="158229" y="194310"/>
                </a:cubicBezTo>
                <a:cubicBezTo>
                  <a:pt x="151448" y="198234"/>
                  <a:pt x="136989" y="193116"/>
                  <a:pt x="121380" y="179724"/>
                </a:cubicBezTo>
                <a:cubicBezTo>
                  <a:pt x="119589" y="178189"/>
                  <a:pt x="117797" y="176525"/>
                  <a:pt x="115963" y="174819"/>
                </a:cubicBezTo>
                <a:cubicBezTo>
                  <a:pt x="122489" y="167612"/>
                  <a:pt x="128502" y="159977"/>
                  <a:pt x="133961" y="151959"/>
                </a:cubicBezTo>
                <a:cubicBezTo>
                  <a:pt x="143728" y="151149"/>
                  <a:pt x="153452" y="149656"/>
                  <a:pt x="163048" y="147481"/>
                </a:cubicBezTo>
                <a:cubicBezTo>
                  <a:pt x="163475" y="149230"/>
                  <a:pt x="163858" y="150978"/>
                  <a:pt x="164200" y="152684"/>
                </a:cubicBezTo>
                <a:cubicBezTo>
                  <a:pt x="166289" y="161897"/>
                  <a:pt x="166631" y="171493"/>
                  <a:pt x="165266" y="180961"/>
                </a:cubicBezTo>
                <a:close/>
                <a:moveTo>
                  <a:pt x="173028" y="135113"/>
                </a:moveTo>
                <a:cubicBezTo>
                  <a:pt x="171834" y="135497"/>
                  <a:pt x="170640" y="135881"/>
                  <a:pt x="169403" y="136222"/>
                </a:cubicBezTo>
                <a:cubicBezTo>
                  <a:pt x="166417" y="126924"/>
                  <a:pt x="162750" y="117840"/>
                  <a:pt x="158527" y="109011"/>
                </a:cubicBezTo>
                <a:cubicBezTo>
                  <a:pt x="162622" y="100311"/>
                  <a:pt x="166076" y="91355"/>
                  <a:pt x="168976" y="82185"/>
                </a:cubicBezTo>
                <a:cubicBezTo>
                  <a:pt x="171194" y="82825"/>
                  <a:pt x="173327" y="83507"/>
                  <a:pt x="175374" y="84190"/>
                </a:cubicBezTo>
                <a:cubicBezTo>
                  <a:pt x="195248" y="91014"/>
                  <a:pt x="209195" y="101164"/>
                  <a:pt x="209195" y="108926"/>
                </a:cubicBezTo>
                <a:cubicBezTo>
                  <a:pt x="209195" y="117285"/>
                  <a:pt x="194310" y="128076"/>
                  <a:pt x="173028" y="135113"/>
                </a:cubicBezTo>
                <a:close/>
                <a:moveTo>
                  <a:pt x="109182" y="128715"/>
                </a:moveTo>
                <a:cubicBezTo>
                  <a:pt x="119963" y="128715"/>
                  <a:pt x="128715" y="119963"/>
                  <a:pt x="128715" y="109182"/>
                </a:cubicBezTo>
                <a:cubicBezTo>
                  <a:pt x="128715" y="98401"/>
                  <a:pt x="119963" y="89649"/>
                  <a:pt x="109182" y="89649"/>
                </a:cubicBezTo>
                <a:cubicBezTo>
                  <a:pt x="98401" y="89649"/>
                  <a:pt x="89649" y="98401"/>
                  <a:pt x="89649" y="109182"/>
                </a:cubicBezTo>
                <a:cubicBezTo>
                  <a:pt x="89649" y="119963"/>
                  <a:pt x="98401" y="128715"/>
                  <a:pt x="109182" y="12871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84360" y="1473958"/>
            <a:ext cx="1937982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React.js Frontend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65661" y="2001672"/>
            <a:ext cx="3375546" cy="709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6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with React.js for a responsive, modern user interface that delivers exceptional user experience across all devices.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83858" y="2847833"/>
            <a:ext cx="127379" cy="127379"/>
          </a:xfrm>
          <a:custGeom>
            <a:avLst/>
            <a:gdLst/>
            <a:ahLst/>
            <a:cxnLst/>
            <a:rect l="l" t="t" r="r" b="b"/>
            <a:pathLst>
              <a:path w="127379" h="127379">
                <a:moveTo>
                  <a:pt x="63690" y="127379"/>
                </a:moveTo>
                <a:cubicBezTo>
                  <a:pt x="98841" y="127379"/>
                  <a:pt x="127379" y="98841"/>
                  <a:pt x="127379" y="63690"/>
                </a:cubicBezTo>
                <a:cubicBezTo>
                  <a:pt x="127379" y="28538"/>
                  <a:pt x="98841" y="0"/>
                  <a:pt x="63690" y="0"/>
                </a:cubicBezTo>
                <a:cubicBezTo>
                  <a:pt x="28538" y="0"/>
                  <a:pt x="0" y="28538"/>
                  <a:pt x="0" y="63690"/>
                </a:cubicBezTo>
                <a:cubicBezTo>
                  <a:pt x="0" y="98841"/>
                  <a:pt x="28538" y="127379"/>
                  <a:pt x="63690" y="127379"/>
                </a:cubicBezTo>
                <a:close/>
                <a:moveTo>
                  <a:pt x="84687" y="52917"/>
                </a:moveTo>
                <a:lnTo>
                  <a:pt x="64784" y="84762"/>
                </a:lnTo>
                <a:cubicBezTo>
                  <a:pt x="63739" y="86429"/>
                  <a:pt x="61948" y="87474"/>
                  <a:pt x="59983" y="87573"/>
                </a:cubicBezTo>
                <a:cubicBezTo>
                  <a:pt x="58017" y="87673"/>
                  <a:pt x="56126" y="86777"/>
                  <a:pt x="54957" y="85185"/>
                </a:cubicBezTo>
                <a:lnTo>
                  <a:pt x="43015" y="69262"/>
                </a:lnTo>
                <a:cubicBezTo>
                  <a:pt x="41025" y="66625"/>
                  <a:pt x="41572" y="62893"/>
                  <a:pt x="44210" y="60903"/>
                </a:cubicBezTo>
                <a:cubicBezTo>
                  <a:pt x="46847" y="58913"/>
                  <a:pt x="50578" y="59460"/>
                  <a:pt x="52569" y="62097"/>
                </a:cubicBezTo>
                <a:lnTo>
                  <a:pt x="59286" y="71054"/>
                </a:lnTo>
                <a:lnTo>
                  <a:pt x="74562" y="46598"/>
                </a:lnTo>
                <a:cubicBezTo>
                  <a:pt x="76303" y="43811"/>
                  <a:pt x="79985" y="42941"/>
                  <a:pt x="82796" y="44707"/>
                </a:cubicBezTo>
                <a:cubicBezTo>
                  <a:pt x="85608" y="46473"/>
                  <a:pt x="86454" y="50131"/>
                  <a:pt x="84687" y="52942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97673" y="2820537"/>
            <a:ext cx="1801504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Component-based architecture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2137" y="3830472"/>
            <a:ext cx="3684896" cy="3029803"/>
          </a:xfrm>
          <a:custGeom>
            <a:avLst/>
            <a:gdLst/>
            <a:ahLst/>
            <a:cxnLst/>
            <a:rect l="l" t="t" r="r" b="b"/>
            <a:pathLst>
              <a:path w="3684896" h="3029803">
                <a:moveTo>
                  <a:pt x="36394" y="0"/>
                </a:moveTo>
                <a:lnTo>
                  <a:pt x="3539313" y="0"/>
                </a:lnTo>
                <a:cubicBezTo>
                  <a:pt x="3619716" y="0"/>
                  <a:pt x="3684896" y="65179"/>
                  <a:pt x="3684896" y="145582"/>
                </a:cubicBezTo>
                <a:lnTo>
                  <a:pt x="3684896" y="2884221"/>
                </a:lnTo>
                <a:cubicBezTo>
                  <a:pt x="3684896" y="2964624"/>
                  <a:pt x="3619716" y="3029803"/>
                  <a:pt x="3539313" y="3029803"/>
                </a:cubicBezTo>
                <a:lnTo>
                  <a:pt x="36394" y="3029803"/>
                </a:lnTo>
                <a:cubicBezTo>
                  <a:pt x="16294" y="3029803"/>
                  <a:pt x="0" y="3013509"/>
                  <a:pt x="0" y="2993409"/>
                </a:cubicBezTo>
                <a:lnTo>
                  <a:pt x="0" y="36394"/>
                </a:lnTo>
                <a:cubicBezTo>
                  <a:pt x="0" y="16308"/>
                  <a:pt x="16308" y="0"/>
                  <a:pt x="3639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6478" dist="9098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82137" y="3830472"/>
            <a:ext cx="36394" cy="3029803"/>
          </a:xfrm>
          <a:custGeom>
            <a:avLst/>
            <a:gdLst/>
            <a:ahLst/>
            <a:cxnLst/>
            <a:rect l="l" t="t" r="r" b="b"/>
            <a:pathLst>
              <a:path w="36394" h="3029803">
                <a:moveTo>
                  <a:pt x="36394" y="0"/>
                </a:moveTo>
                <a:lnTo>
                  <a:pt x="36394" y="0"/>
                </a:lnTo>
                <a:lnTo>
                  <a:pt x="36394" y="3029803"/>
                </a:lnTo>
                <a:lnTo>
                  <a:pt x="36394" y="3029803"/>
                </a:lnTo>
                <a:cubicBezTo>
                  <a:pt x="16294" y="3029803"/>
                  <a:pt x="0" y="3013509"/>
                  <a:pt x="0" y="2993409"/>
                </a:cubicBezTo>
                <a:lnTo>
                  <a:pt x="0" y="36394"/>
                </a:lnTo>
                <a:cubicBezTo>
                  <a:pt x="0" y="16308"/>
                  <a:pt x="16308" y="0"/>
                  <a:pt x="36394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82304" y="4012442"/>
            <a:ext cx="509516" cy="509516"/>
          </a:xfrm>
          <a:custGeom>
            <a:avLst/>
            <a:gdLst/>
            <a:ahLst/>
            <a:cxnLst/>
            <a:rect l="l" t="t" r="r" b="b"/>
            <a:pathLst>
              <a:path w="509516" h="509516">
                <a:moveTo>
                  <a:pt x="109184" y="0"/>
                </a:moveTo>
                <a:lnTo>
                  <a:pt x="400332" y="0"/>
                </a:lnTo>
                <a:cubicBezTo>
                  <a:pt x="460633" y="0"/>
                  <a:pt x="509516" y="48883"/>
                  <a:pt x="509516" y="109184"/>
                </a:cubicBezTo>
                <a:lnTo>
                  <a:pt x="509516" y="400332"/>
                </a:lnTo>
                <a:cubicBezTo>
                  <a:pt x="509516" y="460633"/>
                  <a:pt x="460633" y="509516"/>
                  <a:pt x="400332" y="509516"/>
                </a:cubicBezTo>
                <a:lnTo>
                  <a:pt x="109184" y="509516"/>
                </a:lnTo>
                <a:cubicBezTo>
                  <a:pt x="48883" y="509516"/>
                  <a:pt x="0" y="460633"/>
                  <a:pt x="0" y="400332"/>
                </a:cubicBezTo>
                <a:lnTo>
                  <a:pt x="0" y="109184"/>
                </a:lnTo>
                <a:cubicBezTo>
                  <a:pt x="0" y="48883"/>
                  <a:pt x="48883" y="0"/>
                  <a:pt x="109184" y="0"/>
                </a:cubicBezTo>
                <a:close/>
              </a:path>
            </a:pathLst>
          </a:custGeom>
          <a:gradFill flip="none" rotWithShape="1">
            <a:gsLst>
              <a:gs pos="0">
                <a:srgbClr val="0EA5E9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68824" y="4158018"/>
            <a:ext cx="136478" cy="218364"/>
          </a:xfrm>
          <a:custGeom>
            <a:avLst/>
            <a:gdLst/>
            <a:ahLst/>
            <a:cxnLst/>
            <a:rect l="l" t="t" r="r" b="b"/>
            <a:pathLst>
              <a:path w="136478" h="218364">
                <a:moveTo>
                  <a:pt x="58003" y="10236"/>
                </a:moveTo>
                <a:cubicBezTo>
                  <a:pt x="58003" y="4563"/>
                  <a:pt x="62566" y="0"/>
                  <a:pt x="68239" y="0"/>
                </a:cubicBezTo>
                <a:cubicBezTo>
                  <a:pt x="73911" y="0"/>
                  <a:pt x="78475" y="4563"/>
                  <a:pt x="78475" y="10236"/>
                </a:cubicBezTo>
                <a:lnTo>
                  <a:pt x="78475" y="27296"/>
                </a:lnTo>
                <a:lnTo>
                  <a:pt x="102358" y="27296"/>
                </a:lnTo>
                <a:cubicBezTo>
                  <a:pt x="109907" y="27296"/>
                  <a:pt x="116006" y="33394"/>
                  <a:pt x="116006" y="40943"/>
                </a:cubicBezTo>
                <a:cubicBezTo>
                  <a:pt x="116006" y="48492"/>
                  <a:pt x="109907" y="54591"/>
                  <a:pt x="102358" y="54591"/>
                </a:cubicBezTo>
                <a:lnTo>
                  <a:pt x="53354" y="54591"/>
                </a:lnTo>
                <a:cubicBezTo>
                  <a:pt x="42735" y="54591"/>
                  <a:pt x="34119" y="63206"/>
                  <a:pt x="34119" y="73826"/>
                </a:cubicBezTo>
                <a:cubicBezTo>
                  <a:pt x="34119" y="83422"/>
                  <a:pt x="41157" y="91525"/>
                  <a:pt x="50625" y="92890"/>
                </a:cubicBezTo>
                <a:lnTo>
                  <a:pt x="89691" y="98477"/>
                </a:lnTo>
                <a:cubicBezTo>
                  <a:pt x="112637" y="101761"/>
                  <a:pt x="129654" y="121380"/>
                  <a:pt x="129654" y="144538"/>
                </a:cubicBezTo>
                <a:cubicBezTo>
                  <a:pt x="129654" y="170256"/>
                  <a:pt x="108798" y="191069"/>
                  <a:pt x="83123" y="191069"/>
                </a:cubicBezTo>
                <a:lnTo>
                  <a:pt x="78475" y="191069"/>
                </a:lnTo>
                <a:lnTo>
                  <a:pt x="78475" y="208128"/>
                </a:lnTo>
                <a:cubicBezTo>
                  <a:pt x="78475" y="213801"/>
                  <a:pt x="73911" y="218364"/>
                  <a:pt x="68239" y="218364"/>
                </a:cubicBezTo>
                <a:cubicBezTo>
                  <a:pt x="62566" y="218364"/>
                  <a:pt x="58003" y="213801"/>
                  <a:pt x="58003" y="208128"/>
                </a:cubicBezTo>
                <a:lnTo>
                  <a:pt x="58003" y="191069"/>
                </a:lnTo>
                <a:lnTo>
                  <a:pt x="27296" y="191069"/>
                </a:lnTo>
                <a:cubicBezTo>
                  <a:pt x="19747" y="191069"/>
                  <a:pt x="13648" y="184970"/>
                  <a:pt x="13648" y="177421"/>
                </a:cubicBezTo>
                <a:cubicBezTo>
                  <a:pt x="13648" y="169872"/>
                  <a:pt x="19747" y="163773"/>
                  <a:pt x="27296" y="163773"/>
                </a:cubicBezTo>
                <a:lnTo>
                  <a:pt x="83123" y="163773"/>
                </a:lnTo>
                <a:cubicBezTo>
                  <a:pt x="93743" y="163773"/>
                  <a:pt x="102358" y="155158"/>
                  <a:pt x="102358" y="144538"/>
                </a:cubicBezTo>
                <a:cubicBezTo>
                  <a:pt x="102358" y="134942"/>
                  <a:pt x="95321" y="126839"/>
                  <a:pt x="85853" y="125474"/>
                </a:cubicBezTo>
                <a:lnTo>
                  <a:pt x="46786" y="119887"/>
                </a:lnTo>
                <a:cubicBezTo>
                  <a:pt x="23841" y="116646"/>
                  <a:pt x="6824" y="96984"/>
                  <a:pt x="6824" y="73826"/>
                </a:cubicBezTo>
                <a:cubicBezTo>
                  <a:pt x="6824" y="48151"/>
                  <a:pt x="27679" y="27296"/>
                  <a:pt x="53354" y="27296"/>
                </a:cubicBezTo>
                <a:lnTo>
                  <a:pt x="58003" y="27296"/>
                </a:lnTo>
                <a:lnTo>
                  <a:pt x="58003" y="10236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201003" y="4139821"/>
            <a:ext cx="1765110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Cost-Effective Solution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82304" y="4667534"/>
            <a:ext cx="3375546" cy="709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6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Leverages open-source technology stack to deliver enterprise-grade functionality at a fraction of commercial LIS costs.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82304" y="5486400"/>
            <a:ext cx="3302758" cy="727881"/>
          </a:xfrm>
          <a:custGeom>
            <a:avLst/>
            <a:gdLst/>
            <a:ahLst/>
            <a:cxnLst/>
            <a:rect l="l" t="t" r="r" b="b"/>
            <a:pathLst>
              <a:path w="3302758" h="727881">
                <a:moveTo>
                  <a:pt x="109182" y="0"/>
                </a:moveTo>
                <a:lnTo>
                  <a:pt x="3193576" y="0"/>
                </a:lnTo>
                <a:cubicBezTo>
                  <a:pt x="3253876" y="0"/>
                  <a:pt x="3302758" y="48882"/>
                  <a:pt x="3302758" y="109182"/>
                </a:cubicBezTo>
                <a:lnTo>
                  <a:pt x="3302758" y="618699"/>
                </a:lnTo>
                <a:cubicBezTo>
                  <a:pt x="3302758" y="678998"/>
                  <a:pt x="3253876" y="727881"/>
                  <a:pt x="3193576" y="727881"/>
                </a:cubicBezTo>
                <a:lnTo>
                  <a:pt x="109182" y="727881"/>
                </a:lnTo>
                <a:cubicBezTo>
                  <a:pt x="48882" y="727881"/>
                  <a:pt x="0" y="678998"/>
                  <a:pt x="0" y="618699"/>
                </a:cubicBezTo>
                <a:lnTo>
                  <a:pt x="0" y="109182"/>
                </a:lnTo>
                <a:cubicBezTo>
                  <a:pt x="0" y="48923"/>
                  <a:pt x="48923" y="0"/>
                  <a:pt x="109182" y="0"/>
                </a:cubicBezTo>
                <a:close/>
              </a:path>
            </a:pathLst>
          </a:custGeom>
          <a:solidFill>
            <a:srgbClr val="0EA5E9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1487" y="5595582"/>
            <a:ext cx="3220872" cy="327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49" b="1" dirty="0">
                <a:solidFill>
                  <a:srgbClr val="0EA5E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&lt;35,000 LKR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1487" y="5923128"/>
            <a:ext cx="3148084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dirty="0">
                <a:solidFill>
                  <a:srgbClr val="1E293B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development cost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265494" y="3830472"/>
            <a:ext cx="3684896" cy="3029803"/>
          </a:xfrm>
          <a:custGeom>
            <a:avLst/>
            <a:gdLst/>
            <a:ahLst/>
            <a:cxnLst/>
            <a:rect l="l" t="t" r="r" b="b"/>
            <a:pathLst>
              <a:path w="3684896" h="3029803">
                <a:moveTo>
                  <a:pt x="36394" y="0"/>
                </a:moveTo>
                <a:lnTo>
                  <a:pt x="3539313" y="0"/>
                </a:lnTo>
                <a:cubicBezTo>
                  <a:pt x="3619716" y="0"/>
                  <a:pt x="3684896" y="65179"/>
                  <a:pt x="3684896" y="145582"/>
                </a:cubicBezTo>
                <a:lnTo>
                  <a:pt x="3684896" y="2884221"/>
                </a:lnTo>
                <a:cubicBezTo>
                  <a:pt x="3684896" y="2964624"/>
                  <a:pt x="3619716" y="3029803"/>
                  <a:pt x="3539313" y="3029803"/>
                </a:cubicBezTo>
                <a:lnTo>
                  <a:pt x="36394" y="3029803"/>
                </a:lnTo>
                <a:cubicBezTo>
                  <a:pt x="16294" y="3029803"/>
                  <a:pt x="0" y="3013509"/>
                  <a:pt x="0" y="2993409"/>
                </a:cubicBezTo>
                <a:lnTo>
                  <a:pt x="0" y="36394"/>
                </a:lnTo>
                <a:cubicBezTo>
                  <a:pt x="0" y="16308"/>
                  <a:pt x="16308" y="0"/>
                  <a:pt x="3639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6478" dist="9098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265494" y="3830472"/>
            <a:ext cx="36394" cy="3029803"/>
          </a:xfrm>
          <a:custGeom>
            <a:avLst/>
            <a:gdLst/>
            <a:ahLst/>
            <a:cxnLst/>
            <a:rect l="l" t="t" r="r" b="b"/>
            <a:pathLst>
              <a:path w="36394" h="3029803">
                <a:moveTo>
                  <a:pt x="36394" y="0"/>
                </a:moveTo>
                <a:lnTo>
                  <a:pt x="36394" y="0"/>
                </a:lnTo>
                <a:lnTo>
                  <a:pt x="36394" y="3029803"/>
                </a:lnTo>
                <a:lnTo>
                  <a:pt x="36394" y="3029803"/>
                </a:lnTo>
                <a:cubicBezTo>
                  <a:pt x="16294" y="3029803"/>
                  <a:pt x="0" y="3013509"/>
                  <a:pt x="0" y="2993409"/>
                </a:cubicBezTo>
                <a:lnTo>
                  <a:pt x="0" y="36394"/>
                </a:lnTo>
                <a:cubicBezTo>
                  <a:pt x="0" y="16308"/>
                  <a:pt x="16308" y="0"/>
                  <a:pt x="36394" y="0"/>
                </a:cubicBezTo>
                <a:close/>
              </a:path>
            </a:pathLst>
          </a:cu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465661" y="4012442"/>
            <a:ext cx="509516" cy="509516"/>
          </a:xfrm>
          <a:custGeom>
            <a:avLst/>
            <a:gdLst/>
            <a:ahLst/>
            <a:cxnLst/>
            <a:rect l="l" t="t" r="r" b="b"/>
            <a:pathLst>
              <a:path w="509516" h="509516">
                <a:moveTo>
                  <a:pt x="109184" y="0"/>
                </a:moveTo>
                <a:lnTo>
                  <a:pt x="400332" y="0"/>
                </a:lnTo>
                <a:cubicBezTo>
                  <a:pt x="460633" y="0"/>
                  <a:pt x="509516" y="48883"/>
                  <a:pt x="509516" y="109184"/>
                </a:cubicBezTo>
                <a:lnTo>
                  <a:pt x="509516" y="400332"/>
                </a:lnTo>
                <a:cubicBezTo>
                  <a:pt x="509516" y="460633"/>
                  <a:pt x="460633" y="509516"/>
                  <a:pt x="400332" y="509516"/>
                </a:cubicBezTo>
                <a:lnTo>
                  <a:pt x="109184" y="509516"/>
                </a:lnTo>
                <a:cubicBezTo>
                  <a:pt x="48883" y="509516"/>
                  <a:pt x="0" y="460633"/>
                  <a:pt x="0" y="400332"/>
                </a:cubicBezTo>
                <a:lnTo>
                  <a:pt x="0" y="109184"/>
                </a:lnTo>
                <a:cubicBezTo>
                  <a:pt x="0" y="48883"/>
                  <a:pt x="48883" y="0"/>
                  <a:pt x="109184" y="0"/>
                </a:cubicBezTo>
                <a:close/>
              </a:path>
            </a:pathLst>
          </a:custGeom>
          <a:gradFill flip="none" rotWithShape="1">
            <a:gsLst>
              <a:gs pos="0">
                <a:srgbClr val="EC4899"/>
              </a:gs>
              <a:gs pos="100000">
                <a:srgbClr val="F59E0B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624885" y="4158018"/>
            <a:ext cx="191069" cy="218364"/>
          </a:xfrm>
          <a:custGeom>
            <a:avLst/>
            <a:gdLst/>
            <a:ahLst/>
            <a:cxnLst/>
            <a:rect l="l" t="t" r="r" b="b"/>
            <a:pathLst>
              <a:path w="191069" h="218364">
                <a:moveTo>
                  <a:pt x="95534" y="0"/>
                </a:moveTo>
                <a:cubicBezTo>
                  <a:pt x="87985" y="0"/>
                  <a:pt x="81887" y="6099"/>
                  <a:pt x="81887" y="13648"/>
                </a:cubicBezTo>
                <a:lnTo>
                  <a:pt x="81887" y="15013"/>
                </a:lnTo>
                <a:cubicBezTo>
                  <a:pt x="50753" y="21325"/>
                  <a:pt x="27296" y="48876"/>
                  <a:pt x="27296" y="81887"/>
                </a:cubicBezTo>
                <a:lnTo>
                  <a:pt x="27296" y="91141"/>
                </a:lnTo>
                <a:cubicBezTo>
                  <a:pt x="27296" y="111656"/>
                  <a:pt x="20301" y="131573"/>
                  <a:pt x="7506" y="147609"/>
                </a:cubicBezTo>
                <a:lnTo>
                  <a:pt x="3327" y="152812"/>
                </a:lnTo>
                <a:cubicBezTo>
                  <a:pt x="1152" y="155499"/>
                  <a:pt x="0" y="158826"/>
                  <a:pt x="0" y="162280"/>
                </a:cubicBezTo>
                <a:cubicBezTo>
                  <a:pt x="0" y="170640"/>
                  <a:pt x="6781" y="177421"/>
                  <a:pt x="15140" y="177421"/>
                </a:cubicBezTo>
                <a:lnTo>
                  <a:pt x="175886" y="177421"/>
                </a:lnTo>
                <a:cubicBezTo>
                  <a:pt x="184245" y="177421"/>
                  <a:pt x="191026" y="170640"/>
                  <a:pt x="191026" y="162280"/>
                </a:cubicBezTo>
                <a:cubicBezTo>
                  <a:pt x="191026" y="158826"/>
                  <a:pt x="189874" y="155499"/>
                  <a:pt x="187699" y="152812"/>
                </a:cubicBezTo>
                <a:lnTo>
                  <a:pt x="183520" y="147609"/>
                </a:lnTo>
                <a:cubicBezTo>
                  <a:pt x="170768" y="131573"/>
                  <a:pt x="163773" y="111656"/>
                  <a:pt x="163773" y="91141"/>
                </a:cubicBezTo>
                <a:lnTo>
                  <a:pt x="163773" y="81887"/>
                </a:lnTo>
                <a:cubicBezTo>
                  <a:pt x="163773" y="48876"/>
                  <a:pt x="140316" y="21325"/>
                  <a:pt x="109182" y="15013"/>
                </a:cubicBezTo>
                <a:lnTo>
                  <a:pt x="109182" y="13648"/>
                </a:lnTo>
                <a:cubicBezTo>
                  <a:pt x="109182" y="6099"/>
                  <a:pt x="103083" y="0"/>
                  <a:pt x="95534" y="0"/>
                </a:cubicBezTo>
                <a:close/>
                <a:moveTo>
                  <a:pt x="69092" y="197893"/>
                </a:moveTo>
                <a:cubicBezTo>
                  <a:pt x="72120" y="209664"/>
                  <a:pt x="82825" y="218364"/>
                  <a:pt x="95534" y="218364"/>
                </a:cubicBezTo>
                <a:cubicBezTo>
                  <a:pt x="108244" y="218364"/>
                  <a:pt x="118949" y="209664"/>
                  <a:pt x="121977" y="197893"/>
                </a:cubicBezTo>
                <a:lnTo>
                  <a:pt x="69092" y="197893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84360" y="4139821"/>
            <a:ext cx="1792406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Integrated Notifications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465661" y="4667534"/>
            <a:ext cx="3375546" cy="709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6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Built-in SMS and email notification system keeps patients informed when the report is ready.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130654" y="1164609"/>
            <a:ext cx="3703093" cy="3548418"/>
          </a:xfrm>
          <a:custGeom>
            <a:avLst/>
            <a:gdLst/>
            <a:ahLst/>
            <a:cxnLst/>
            <a:rect l="l" t="t" r="r" b="b"/>
            <a:pathLst>
              <a:path w="3703093" h="3548418">
                <a:moveTo>
                  <a:pt x="145592" y="0"/>
                </a:moveTo>
                <a:lnTo>
                  <a:pt x="3557501" y="0"/>
                </a:lnTo>
                <a:cubicBezTo>
                  <a:pt x="3637909" y="0"/>
                  <a:pt x="3703093" y="65184"/>
                  <a:pt x="3703093" y="145592"/>
                </a:cubicBezTo>
                <a:lnTo>
                  <a:pt x="3703093" y="3402826"/>
                </a:lnTo>
                <a:cubicBezTo>
                  <a:pt x="3703093" y="3483234"/>
                  <a:pt x="3637909" y="3548418"/>
                  <a:pt x="3557501" y="3548418"/>
                </a:cubicBezTo>
                <a:lnTo>
                  <a:pt x="145592" y="3548418"/>
                </a:lnTo>
                <a:cubicBezTo>
                  <a:pt x="65184" y="3548418"/>
                  <a:pt x="0" y="3483234"/>
                  <a:pt x="0" y="3402826"/>
                </a:cubicBezTo>
                <a:lnTo>
                  <a:pt x="0" y="145592"/>
                </a:lnTo>
                <a:cubicBezTo>
                  <a:pt x="0" y="65184"/>
                  <a:pt x="65184" y="0"/>
                  <a:pt x="145592" y="0"/>
                </a:cubicBezTo>
                <a:close/>
              </a:path>
            </a:pathLst>
          </a:custGeom>
          <a:gradFill flip="none" rotWithShape="1">
            <a:gsLst>
              <a:gs pos="0">
                <a:srgbClr val="1E293B"/>
              </a:gs>
              <a:gs pos="100000">
                <a:srgbClr val="334155"/>
              </a:gs>
            </a:gsLst>
            <a:lin ang="2700000" scaled="1"/>
          </a:gradFill>
          <a:ln/>
          <a:effectLst>
            <a:outerShdw blurRad="227463" dist="18197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349018" y="1382973"/>
            <a:ext cx="509516" cy="509516"/>
          </a:xfrm>
          <a:custGeom>
            <a:avLst/>
            <a:gdLst/>
            <a:ahLst/>
            <a:cxnLst/>
            <a:rect l="l" t="t" r="r" b="b"/>
            <a:pathLst>
              <a:path w="509516" h="509516">
                <a:moveTo>
                  <a:pt x="109184" y="0"/>
                </a:moveTo>
                <a:lnTo>
                  <a:pt x="400332" y="0"/>
                </a:lnTo>
                <a:cubicBezTo>
                  <a:pt x="460633" y="0"/>
                  <a:pt x="509516" y="48883"/>
                  <a:pt x="509516" y="109184"/>
                </a:cubicBezTo>
                <a:lnTo>
                  <a:pt x="509516" y="400332"/>
                </a:lnTo>
                <a:cubicBezTo>
                  <a:pt x="509516" y="460633"/>
                  <a:pt x="460633" y="509516"/>
                  <a:pt x="400332" y="509516"/>
                </a:cubicBezTo>
                <a:lnTo>
                  <a:pt x="109184" y="509516"/>
                </a:lnTo>
                <a:cubicBezTo>
                  <a:pt x="48883" y="509516"/>
                  <a:pt x="0" y="460633"/>
                  <a:pt x="0" y="400332"/>
                </a:cubicBezTo>
                <a:lnTo>
                  <a:pt x="0" y="109184"/>
                </a:lnTo>
                <a:cubicBezTo>
                  <a:pt x="0" y="48883"/>
                  <a:pt x="48883" y="0"/>
                  <a:pt x="109184" y="0"/>
                </a:cubicBezTo>
                <a:close/>
              </a:path>
            </a:pathLst>
          </a:custGeom>
          <a:solidFill>
            <a:srgbClr val="0EA5E9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469573" y="1501254"/>
            <a:ext cx="272955" cy="272955"/>
          </a:xfrm>
          <a:custGeom>
            <a:avLst/>
            <a:gdLst/>
            <a:ahLst/>
            <a:cxnLst/>
            <a:rect l="l" t="t" r="r" b="b"/>
            <a:pathLst>
              <a:path w="272955" h="272955">
                <a:moveTo>
                  <a:pt x="136478" y="0"/>
                </a:moveTo>
                <a:cubicBezTo>
                  <a:pt x="138930" y="0"/>
                  <a:pt x="141382" y="533"/>
                  <a:pt x="143621" y="1546"/>
                </a:cubicBezTo>
                <a:lnTo>
                  <a:pt x="244060" y="44142"/>
                </a:lnTo>
                <a:cubicBezTo>
                  <a:pt x="255789" y="49100"/>
                  <a:pt x="264532" y="60669"/>
                  <a:pt x="264479" y="74636"/>
                </a:cubicBezTo>
                <a:cubicBezTo>
                  <a:pt x="264212" y="127521"/>
                  <a:pt x="242461" y="224282"/>
                  <a:pt x="150605" y="268264"/>
                </a:cubicBezTo>
                <a:cubicBezTo>
                  <a:pt x="141702" y="272529"/>
                  <a:pt x="131360" y="272529"/>
                  <a:pt x="122457" y="268264"/>
                </a:cubicBezTo>
                <a:cubicBezTo>
                  <a:pt x="30548" y="224282"/>
                  <a:pt x="8850" y="127521"/>
                  <a:pt x="8583" y="74636"/>
                </a:cubicBezTo>
                <a:cubicBezTo>
                  <a:pt x="8530" y="60669"/>
                  <a:pt x="17273" y="49100"/>
                  <a:pt x="29001" y="44142"/>
                </a:cubicBezTo>
                <a:lnTo>
                  <a:pt x="129387" y="1546"/>
                </a:lnTo>
                <a:cubicBezTo>
                  <a:pt x="131626" y="533"/>
                  <a:pt x="134025" y="0"/>
                  <a:pt x="136478" y="0"/>
                </a:cubicBezTo>
                <a:close/>
                <a:moveTo>
                  <a:pt x="136478" y="35612"/>
                </a:moveTo>
                <a:lnTo>
                  <a:pt x="136478" y="237183"/>
                </a:lnTo>
                <a:cubicBezTo>
                  <a:pt x="210048" y="201571"/>
                  <a:pt x="229826" y="122670"/>
                  <a:pt x="230306" y="75436"/>
                </a:cubicBezTo>
                <a:lnTo>
                  <a:pt x="136478" y="35665"/>
                </a:lnTo>
                <a:lnTo>
                  <a:pt x="136478" y="35665"/>
                </a:ln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967716" y="1510352"/>
            <a:ext cx="1610436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Built-in Audit Trails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349018" y="2074460"/>
            <a:ext cx="3339152" cy="709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6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logging system ensures regulatory compliance and data integrity with complete traceability of all system actions.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349018" y="2966113"/>
            <a:ext cx="3266364" cy="436728"/>
          </a:xfrm>
          <a:custGeom>
            <a:avLst/>
            <a:gdLst/>
            <a:ahLst/>
            <a:cxnLst/>
            <a:rect l="l" t="t" r="r" b="b"/>
            <a:pathLst>
              <a:path w="3266364" h="436728">
                <a:moveTo>
                  <a:pt x="109182" y="0"/>
                </a:moveTo>
                <a:lnTo>
                  <a:pt x="3157182" y="0"/>
                </a:lnTo>
                <a:cubicBezTo>
                  <a:pt x="3217482" y="0"/>
                  <a:pt x="3266364" y="48882"/>
                  <a:pt x="3266364" y="109182"/>
                </a:cubicBezTo>
                <a:lnTo>
                  <a:pt x="3266364" y="327546"/>
                </a:lnTo>
                <a:cubicBezTo>
                  <a:pt x="3266364" y="387846"/>
                  <a:pt x="3217482" y="436728"/>
                  <a:pt x="3157182" y="436728"/>
                </a:cubicBezTo>
                <a:lnTo>
                  <a:pt x="109182" y="436728"/>
                </a:lnTo>
                <a:cubicBezTo>
                  <a:pt x="48923" y="436728"/>
                  <a:pt x="0" y="387806"/>
                  <a:pt x="0" y="327546"/>
                </a:cubicBezTo>
                <a:lnTo>
                  <a:pt x="0" y="109182"/>
                </a:lnTo>
                <a:cubicBezTo>
                  <a:pt x="0" y="48923"/>
                  <a:pt x="48923" y="0"/>
                  <a:pt x="10918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467299" y="3111690"/>
            <a:ext cx="163773" cy="145576"/>
          </a:xfrm>
          <a:custGeom>
            <a:avLst/>
            <a:gdLst/>
            <a:ahLst/>
            <a:cxnLst/>
            <a:rect l="l" t="t" r="r" b="b"/>
            <a:pathLst>
              <a:path w="163773" h="145576">
                <a:moveTo>
                  <a:pt x="81887" y="18197"/>
                </a:moveTo>
                <a:cubicBezTo>
                  <a:pt x="112025" y="18197"/>
                  <a:pt x="136478" y="42649"/>
                  <a:pt x="136478" y="72788"/>
                </a:cubicBezTo>
                <a:cubicBezTo>
                  <a:pt x="136478" y="102927"/>
                  <a:pt x="112025" y="127379"/>
                  <a:pt x="81887" y="127379"/>
                </a:cubicBezTo>
                <a:cubicBezTo>
                  <a:pt x="63348" y="127379"/>
                  <a:pt x="46943" y="118138"/>
                  <a:pt x="37076" y="103979"/>
                </a:cubicBezTo>
                <a:cubicBezTo>
                  <a:pt x="34205" y="99856"/>
                  <a:pt x="28518" y="98861"/>
                  <a:pt x="24395" y="101733"/>
                </a:cubicBezTo>
                <a:cubicBezTo>
                  <a:pt x="20273" y="104604"/>
                  <a:pt x="19277" y="110291"/>
                  <a:pt x="22149" y="114414"/>
                </a:cubicBezTo>
                <a:cubicBezTo>
                  <a:pt x="35285" y="133236"/>
                  <a:pt x="57150" y="145576"/>
                  <a:pt x="81887" y="145576"/>
                </a:cubicBezTo>
                <a:cubicBezTo>
                  <a:pt x="122091" y="145576"/>
                  <a:pt x="154675" y="112992"/>
                  <a:pt x="154675" y="72788"/>
                </a:cubicBezTo>
                <a:cubicBezTo>
                  <a:pt x="154675" y="32584"/>
                  <a:pt x="122091" y="0"/>
                  <a:pt x="81887" y="0"/>
                </a:cubicBezTo>
                <a:cubicBezTo>
                  <a:pt x="57520" y="0"/>
                  <a:pt x="35968" y="11970"/>
                  <a:pt x="22746" y="30338"/>
                </a:cubicBezTo>
                <a:lnTo>
                  <a:pt x="22746" y="22746"/>
                </a:lnTo>
                <a:cubicBezTo>
                  <a:pt x="22746" y="17714"/>
                  <a:pt x="18680" y="13648"/>
                  <a:pt x="13648" y="13648"/>
                </a:cubicBezTo>
                <a:cubicBezTo>
                  <a:pt x="8615" y="13648"/>
                  <a:pt x="4549" y="17714"/>
                  <a:pt x="4549" y="22746"/>
                </a:cubicBezTo>
                <a:lnTo>
                  <a:pt x="4549" y="54591"/>
                </a:lnTo>
                <a:cubicBezTo>
                  <a:pt x="4549" y="59624"/>
                  <a:pt x="8615" y="63690"/>
                  <a:pt x="13648" y="63690"/>
                </a:cubicBezTo>
                <a:lnTo>
                  <a:pt x="20642" y="63690"/>
                </a:lnTo>
                <a:cubicBezTo>
                  <a:pt x="20784" y="63690"/>
                  <a:pt x="20927" y="63690"/>
                  <a:pt x="21069" y="63690"/>
                </a:cubicBezTo>
                <a:lnTo>
                  <a:pt x="45521" y="63690"/>
                </a:lnTo>
                <a:cubicBezTo>
                  <a:pt x="50554" y="63690"/>
                  <a:pt x="54619" y="59624"/>
                  <a:pt x="54619" y="54591"/>
                </a:cubicBezTo>
                <a:cubicBezTo>
                  <a:pt x="54619" y="49558"/>
                  <a:pt x="50554" y="45493"/>
                  <a:pt x="45521" y="45493"/>
                </a:cubicBezTo>
                <a:lnTo>
                  <a:pt x="34631" y="45493"/>
                </a:lnTo>
                <a:cubicBezTo>
                  <a:pt x="44042" y="29172"/>
                  <a:pt x="61699" y="18197"/>
                  <a:pt x="81887" y="18197"/>
                </a:cubicBezTo>
                <a:close/>
                <a:moveTo>
                  <a:pt x="88710" y="43218"/>
                </a:moveTo>
                <a:cubicBezTo>
                  <a:pt x="88710" y="39436"/>
                  <a:pt x="85668" y="36394"/>
                  <a:pt x="81887" y="36394"/>
                </a:cubicBezTo>
                <a:cubicBezTo>
                  <a:pt x="78105" y="36394"/>
                  <a:pt x="75063" y="39436"/>
                  <a:pt x="75063" y="43218"/>
                </a:cubicBezTo>
                <a:lnTo>
                  <a:pt x="75063" y="72788"/>
                </a:lnTo>
                <a:cubicBezTo>
                  <a:pt x="75063" y="74608"/>
                  <a:pt x="75774" y="76342"/>
                  <a:pt x="77053" y="77622"/>
                </a:cubicBezTo>
                <a:lnTo>
                  <a:pt x="97525" y="98093"/>
                </a:lnTo>
                <a:cubicBezTo>
                  <a:pt x="100197" y="100766"/>
                  <a:pt x="104519" y="100766"/>
                  <a:pt x="107163" y="98093"/>
                </a:cubicBezTo>
                <a:cubicBezTo>
                  <a:pt x="109808" y="95421"/>
                  <a:pt x="109836" y="91099"/>
                  <a:pt x="107163" y="88455"/>
                </a:cubicBezTo>
                <a:lnTo>
                  <a:pt x="88682" y="69973"/>
                </a:lnTo>
                <a:lnTo>
                  <a:pt x="88682" y="43218"/>
                </a:ln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749352" y="3075296"/>
            <a:ext cx="1574042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action history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349018" y="3512024"/>
            <a:ext cx="3266364" cy="436728"/>
          </a:xfrm>
          <a:custGeom>
            <a:avLst/>
            <a:gdLst/>
            <a:ahLst/>
            <a:cxnLst/>
            <a:rect l="l" t="t" r="r" b="b"/>
            <a:pathLst>
              <a:path w="3266364" h="436728">
                <a:moveTo>
                  <a:pt x="109182" y="0"/>
                </a:moveTo>
                <a:lnTo>
                  <a:pt x="3157182" y="0"/>
                </a:lnTo>
                <a:cubicBezTo>
                  <a:pt x="3217482" y="0"/>
                  <a:pt x="3266364" y="48882"/>
                  <a:pt x="3266364" y="109182"/>
                </a:cubicBezTo>
                <a:lnTo>
                  <a:pt x="3266364" y="327546"/>
                </a:lnTo>
                <a:cubicBezTo>
                  <a:pt x="3266364" y="387846"/>
                  <a:pt x="3217482" y="436728"/>
                  <a:pt x="3157182" y="436728"/>
                </a:cubicBezTo>
                <a:lnTo>
                  <a:pt x="109182" y="436728"/>
                </a:lnTo>
                <a:cubicBezTo>
                  <a:pt x="48923" y="436728"/>
                  <a:pt x="0" y="387806"/>
                  <a:pt x="0" y="327546"/>
                </a:cubicBezTo>
                <a:lnTo>
                  <a:pt x="0" y="109182"/>
                </a:lnTo>
                <a:cubicBezTo>
                  <a:pt x="0" y="48923"/>
                  <a:pt x="48923" y="0"/>
                  <a:pt x="10918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8467299" y="3657600"/>
            <a:ext cx="163773" cy="145576"/>
          </a:xfrm>
          <a:custGeom>
            <a:avLst/>
            <a:gdLst/>
            <a:ahLst/>
            <a:cxnLst/>
            <a:rect l="l" t="t" r="r" b="b"/>
            <a:pathLst>
              <a:path w="163773" h="145576">
                <a:moveTo>
                  <a:pt x="63690" y="70513"/>
                </a:moveTo>
                <a:cubicBezTo>
                  <a:pt x="82521" y="70513"/>
                  <a:pt x="97809" y="55225"/>
                  <a:pt x="97809" y="36394"/>
                </a:cubicBezTo>
                <a:cubicBezTo>
                  <a:pt x="97809" y="17563"/>
                  <a:pt x="82521" y="2275"/>
                  <a:pt x="63690" y="2275"/>
                </a:cubicBezTo>
                <a:cubicBezTo>
                  <a:pt x="44859" y="2275"/>
                  <a:pt x="29570" y="17563"/>
                  <a:pt x="29570" y="36394"/>
                </a:cubicBezTo>
                <a:cubicBezTo>
                  <a:pt x="29570" y="55225"/>
                  <a:pt x="44859" y="70513"/>
                  <a:pt x="63690" y="70513"/>
                </a:cubicBezTo>
                <a:close/>
                <a:moveTo>
                  <a:pt x="55245" y="86436"/>
                </a:moveTo>
                <a:cubicBezTo>
                  <a:pt x="27239" y="86436"/>
                  <a:pt x="4549" y="109125"/>
                  <a:pt x="4549" y="137132"/>
                </a:cubicBezTo>
                <a:cubicBezTo>
                  <a:pt x="4549" y="141795"/>
                  <a:pt x="8331" y="145576"/>
                  <a:pt x="12994" y="145576"/>
                </a:cubicBezTo>
                <a:lnTo>
                  <a:pt x="84502" y="145576"/>
                </a:lnTo>
                <a:cubicBezTo>
                  <a:pt x="74210" y="133464"/>
                  <a:pt x="68239" y="117854"/>
                  <a:pt x="68239" y="101335"/>
                </a:cubicBezTo>
                <a:lnTo>
                  <a:pt x="68239" y="92492"/>
                </a:lnTo>
                <a:cubicBezTo>
                  <a:pt x="68239" y="90416"/>
                  <a:pt x="68523" y="88369"/>
                  <a:pt x="69063" y="86436"/>
                </a:cubicBezTo>
                <a:lnTo>
                  <a:pt x="55245" y="86436"/>
                </a:lnTo>
                <a:close/>
                <a:moveTo>
                  <a:pt x="126611" y="138894"/>
                </a:moveTo>
                <a:lnTo>
                  <a:pt x="122830" y="140686"/>
                </a:lnTo>
                <a:lnTo>
                  <a:pt x="122830" y="87204"/>
                </a:lnTo>
                <a:lnTo>
                  <a:pt x="150125" y="96302"/>
                </a:lnTo>
                <a:lnTo>
                  <a:pt x="150125" y="101875"/>
                </a:lnTo>
                <a:cubicBezTo>
                  <a:pt x="150125" y="117740"/>
                  <a:pt x="140970" y="132156"/>
                  <a:pt x="126611" y="138923"/>
                </a:cubicBezTo>
                <a:close/>
                <a:moveTo>
                  <a:pt x="119958" y="73783"/>
                </a:moveTo>
                <a:lnTo>
                  <a:pt x="88113" y="84389"/>
                </a:lnTo>
                <a:cubicBezTo>
                  <a:pt x="84389" y="85640"/>
                  <a:pt x="81887" y="89109"/>
                  <a:pt x="81887" y="93032"/>
                </a:cubicBezTo>
                <a:lnTo>
                  <a:pt x="81887" y="101875"/>
                </a:lnTo>
                <a:cubicBezTo>
                  <a:pt x="81887" y="123029"/>
                  <a:pt x="94113" y="142278"/>
                  <a:pt x="113220" y="151263"/>
                </a:cubicBezTo>
                <a:lnTo>
                  <a:pt x="118480" y="153736"/>
                </a:lnTo>
                <a:cubicBezTo>
                  <a:pt x="119844" y="154362"/>
                  <a:pt x="121323" y="154703"/>
                  <a:pt x="122801" y="154703"/>
                </a:cubicBezTo>
                <a:cubicBezTo>
                  <a:pt x="124280" y="154703"/>
                  <a:pt x="125787" y="154362"/>
                  <a:pt x="127123" y="153736"/>
                </a:cubicBezTo>
                <a:lnTo>
                  <a:pt x="132383" y="151263"/>
                </a:lnTo>
                <a:cubicBezTo>
                  <a:pt x="151547" y="142249"/>
                  <a:pt x="163773" y="123000"/>
                  <a:pt x="163773" y="101846"/>
                </a:cubicBezTo>
                <a:lnTo>
                  <a:pt x="163773" y="93004"/>
                </a:lnTo>
                <a:cubicBezTo>
                  <a:pt x="163773" y="89080"/>
                  <a:pt x="161271" y="85611"/>
                  <a:pt x="157546" y="84360"/>
                </a:cubicBezTo>
                <a:lnTo>
                  <a:pt x="125702" y="73755"/>
                </a:lnTo>
                <a:cubicBezTo>
                  <a:pt x="123825" y="73129"/>
                  <a:pt x="121806" y="73129"/>
                  <a:pt x="119958" y="73755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749352" y="3621206"/>
            <a:ext cx="1382973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activity tracking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349018" y="4057934"/>
            <a:ext cx="3266364" cy="436728"/>
          </a:xfrm>
          <a:custGeom>
            <a:avLst/>
            <a:gdLst/>
            <a:ahLst/>
            <a:cxnLst/>
            <a:rect l="l" t="t" r="r" b="b"/>
            <a:pathLst>
              <a:path w="3266364" h="436728">
                <a:moveTo>
                  <a:pt x="109182" y="0"/>
                </a:moveTo>
                <a:lnTo>
                  <a:pt x="3157182" y="0"/>
                </a:lnTo>
                <a:cubicBezTo>
                  <a:pt x="3217482" y="0"/>
                  <a:pt x="3266364" y="48882"/>
                  <a:pt x="3266364" y="109182"/>
                </a:cubicBezTo>
                <a:lnTo>
                  <a:pt x="3266364" y="327546"/>
                </a:lnTo>
                <a:cubicBezTo>
                  <a:pt x="3266364" y="387846"/>
                  <a:pt x="3217482" y="436728"/>
                  <a:pt x="3157182" y="436728"/>
                </a:cubicBezTo>
                <a:lnTo>
                  <a:pt x="109182" y="436728"/>
                </a:lnTo>
                <a:cubicBezTo>
                  <a:pt x="48923" y="436728"/>
                  <a:pt x="0" y="387806"/>
                  <a:pt x="0" y="327546"/>
                </a:cubicBezTo>
                <a:lnTo>
                  <a:pt x="0" y="109182"/>
                </a:lnTo>
                <a:cubicBezTo>
                  <a:pt x="0" y="48923"/>
                  <a:pt x="48923" y="0"/>
                  <a:pt x="10918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8467299" y="4203510"/>
            <a:ext cx="163773" cy="145576"/>
          </a:xfrm>
          <a:custGeom>
            <a:avLst/>
            <a:gdLst/>
            <a:ahLst/>
            <a:cxnLst/>
            <a:rect l="l" t="t" r="r" b="b"/>
            <a:pathLst>
              <a:path w="163773" h="145576">
                <a:moveTo>
                  <a:pt x="68011" y="-2275"/>
                </a:moveTo>
                <a:cubicBezTo>
                  <a:pt x="66277" y="-4037"/>
                  <a:pt x="63746" y="-4748"/>
                  <a:pt x="61358" y="-4094"/>
                </a:cubicBezTo>
                <a:cubicBezTo>
                  <a:pt x="58970" y="-3440"/>
                  <a:pt x="57122" y="-1592"/>
                  <a:pt x="56524" y="796"/>
                </a:cubicBezTo>
                <a:lnTo>
                  <a:pt x="52174" y="17913"/>
                </a:lnTo>
                <a:cubicBezTo>
                  <a:pt x="51861" y="19164"/>
                  <a:pt x="50582" y="19903"/>
                  <a:pt x="49359" y="19533"/>
                </a:cubicBezTo>
                <a:lnTo>
                  <a:pt x="32357" y="14757"/>
                </a:lnTo>
                <a:cubicBezTo>
                  <a:pt x="29968" y="14074"/>
                  <a:pt x="27409" y="14757"/>
                  <a:pt x="25675" y="16491"/>
                </a:cubicBezTo>
                <a:cubicBezTo>
                  <a:pt x="23940" y="18225"/>
                  <a:pt x="23258" y="20784"/>
                  <a:pt x="23940" y="23173"/>
                </a:cubicBezTo>
                <a:lnTo>
                  <a:pt x="28746" y="40176"/>
                </a:lnTo>
                <a:cubicBezTo>
                  <a:pt x="29087" y="41398"/>
                  <a:pt x="28348" y="42678"/>
                  <a:pt x="27125" y="42990"/>
                </a:cubicBezTo>
                <a:lnTo>
                  <a:pt x="9980" y="47341"/>
                </a:lnTo>
                <a:cubicBezTo>
                  <a:pt x="7592" y="47938"/>
                  <a:pt x="5715" y="49814"/>
                  <a:pt x="5061" y="52203"/>
                </a:cubicBezTo>
                <a:cubicBezTo>
                  <a:pt x="4407" y="54591"/>
                  <a:pt x="5118" y="57122"/>
                  <a:pt x="6881" y="58856"/>
                </a:cubicBezTo>
                <a:lnTo>
                  <a:pt x="19533" y="71167"/>
                </a:lnTo>
                <a:cubicBezTo>
                  <a:pt x="20443" y="72049"/>
                  <a:pt x="20443" y="73527"/>
                  <a:pt x="19533" y="74437"/>
                </a:cubicBezTo>
                <a:lnTo>
                  <a:pt x="6909" y="86749"/>
                </a:lnTo>
                <a:cubicBezTo>
                  <a:pt x="5146" y="88483"/>
                  <a:pt x="4436" y="91014"/>
                  <a:pt x="5089" y="93402"/>
                </a:cubicBezTo>
                <a:cubicBezTo>
                  <a:pt x="5743" y="95790"/>
                  <a:pt x="7620" y="97638"/>
                  <a:pt x="10008" y="98264"/>
                </a:cubicBezTo>
                <a:lnTo>
                  <a:pt x="27125" y="102614"/>
                </a:lnTo>
                <a:cubicBezTo>
                  <a:pt x="28376" y="102927"/>
                  <a:pt x="29115" y="104206"/>
                  <a:pt x="28746" y="105429"/>
                </a:cubicBezTo>
                <a:lnTo>
                  <a:pt x="23940" y="122403"/>
                </a:lnTo>
                <a:cubicBezTo>
                  <a:pt x="23258" y="124792"/>
                  <a:pt x="23940" y="127351"/>
                  <a:pt x="25675" y="129085"/>
                </a:cubicBezTo>
                <a:cubicBezTo>
                  <a:pt x="27409" y="130819"/>
                  <a:pt x="29968" y="131502"/>
                  <a:pt x="32357" y="130819"/>
                </a:cubicBezTo>
                <a:lnTo>
                  <a:pt x="49359" y="126014"/>
                </a:lnTo>
                <a:cubicBezTo>
                  <a:pt x="50582" y="125673"/>
                  <a:pt x="51861" y="126412"/>
                  <a:pt x="52174" y="127635"/>
                </a:cubicBezTo>
                <a:lnTo>
                  <a:pt x="56524" y="144752"/>
                </a:lnTo>
                <a:cubicBezTo>
                  <a:pt x="57122" y="147140"/>
                  <a:pt x="58998" y="149016"/>
                  <a:pt x="61386" y="149670"/>
                </a:cubicBezTo>
                <a:cubicBezTo>
                  <a:pt x="63775" y="150324"/>
                  <a:pt x="66305" y="149614"/>
                  <a:pt x="68040" y="147851"/>
                </a:cubicBezTo>
                <a:lnTo>
                  <a:pt x="80351" y="135198"/>
                </a:lnTo>
                <a:cubicBezTo>
                  <a:pt x="81233" y="134288"/>
                  <a:pt x="82711" y="134288"/>
                  <a:pt x="83621" y="135198"/>
                </a:cubicBezTo>
                <a:lnTo>
                  <a:pt x="95904" y="147851"/>
                </a:lnTo>
                <a:cubicBezTo>
                  <a:pt x="97638" y="149614"/>
                  <a:pt x="100169" y="150324"/>
                  <a:pt x="102557" y="149670"/>
                </a:cubicBezTo>
                <a:cubicBezTo>
                  <a:pt x="104946" y="149016"/>
                  <a:pt x="106794" y="147140"/>
                  <a:pt x="107419" y="144752"/>
                </a:cubicBezTo>
                <a:lnTo>
                  <a:pt x="111769" y="127663"/>
                </a:lnTo>
                <a:cubicBezTo>
                  <a:pt x="112082" y="126412"/>
                  <a:pt x="113362" y="125673"/>
                  <a:pt x="114584" y="126043"/>
                </a:cubicBezTo>
                <a:lnTo>
                  <a:pt x="131587" y="130848"/>
                </a:lnTo>
                <a:cubicBezTo>
                  <a:pt x="133976" y="131530"/>
                  <a:pt x="136534" y="130848"/>
                  <a:pt x="138269" y="129114"/>
                </a:cubicBezTo>
                <a:cubicBezTo>
                  <a:pt x="140003" y="127379"/>
                  <a:pt x="140686" y="124820"/>
                  <a:pt x="140003" y="122432"/>
                </a:cubicBezTo>
                <a:lnTo>
                  <a:pt x="135198" y="105429"/>
                </a:lnTo>
                <a:cubicBezTo>
                  <a:pt x="134857" y="104206"/>
                  <a:pt x="135596" y="102927"/>
                  <a:pt x="136819" y="102614"/>
                </a:cubicBezTo>
                <a:lnTo>
                  <a:pt x="153935" y="98264"/>
                </a:lnTo>
                <a:cubicBezTo>
                  <a:pt x="156324" y="97667"/>
                  <a:pt x="158200" y="95790"/>
                  <a:pt x="158854" y="93402"/>
                </a:cubicBezTo>
                <a:cubicBezTo>
                  <a:pt x="159508" y="91014"/>
                  <a:pt x="158797" y="88455"/>
                  <a:pt x="157035" y="86749"/>
                </a:cubicBezTo>
                <a:lnTo>
                  <a:pt x="144382" y="74437"/>
                </a:lnTo>
                <a:cubicBezTo>
                  <a:pt x="143472" y="73556"/>
                  <a:pt x="143472" y="72077"/>
                  <a:pt x="144382" y="71167"/>
                </a:cubicBezTo>
                <a:lnTo>
                  <a:pt x="157035" y="58856"/>
                </a:lnTo>
                <a:cubicBezTo>
                  <a:pt x="158797" y="57122"/>
                  <a:pt x="159508" y="54591"/>
                  <a:pt x="158854" y="52203"/>
                </a:cubicBezTo>
                <a:cubicBezTo>
                  <a:pt x="158200" y="49814"/>
                  <a:pt x="156324" y="47966"/>
                  <a:pt x="153935" y="47341"/>
                </a:cubicBezTo>
                <a:lnTo>
                  <a:pt x="136819" y="42990"/>
                </a:lnTo>
                <a:cubicBezTo>
                  <a:pt x="135568" y="42678"/>
                  <a:pt x="134829" y="41398"/>
                  <a:pt x="135198" y="40176"/>
                </a:cubicBezTo>
                <a:lnTo>
                  <a:pt x="140003" y="23173"/>
                </a:lnTo>
                <a:cubicBezTo>
                  <a:pt x="140686" y="20784"/>
                  <a:pt x="140003" y="18225"/>
                  <a:pt x="138269" y="16491"/>
                </a:cubicBezTo>
                <a:cubicBezTo>
                  <a:pt x="136534" y="14757"/>
                  <a:pt x="133976" y="14074"/>
                  <a:pt x="131587" y="14757"/>
                </a:cubicBezTo>
                <a:lnTo>
                  <a:pt x="114584" y="19562"/>
                </a:lnTo>
                <a:cubicBezTo>
                  <a:pt x="113362" y="19903"/>
                  <a:pt x="112082" y="19164"/>
                  <a:pt x="111769" y="17941"/>
                </a:cubicBezTo>
                <a:lnTo>
                  <a:pt x="107419" y="796"/>
                </a:lnTo>
                <a:cubicBezTo>
                  <a:pt x="106822" y="-1592"/>
                  <a:pt x="104946" y="-3469"/>
                  <a:pt x="102557" y="-4123"/>
                </a:cubicBezTo>
                <a:cubicBezTo>
                  <a:pt x="100169" y="-4777"/>
                  <a:pt x="97638" y="-4066"/>
                  <a:pt x="95904" y="-2303"/>
                </a:cubicBezTo>
                <a:lnTo>
                  <a:pt x="83593" y="10378"/>
                </a:lnTo>
                <a:cubicBezTo>
                  <a:pt x="82711" y="11288"/>
                  <a:pt x="81233" y="11288"/>
                  <a:pt x="80323" y="10378"/>
                </a:cubicBezTo>
                <a:lnTo>
                  <a:pt x="68011" y="-2275"/>
                </a:ln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749352" y="4167116"/>
            <a:ext cx="1219200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Compliance ready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130654" y="4894997"/>
            <a:ext cx="3703093" cy="1965278"/>
          </a:xfrm>
          <a:custGeom>
            <a:avLst/>
            <a:gdLst/>
            <a:ahLst/>
            <a:cxnLst/>
            <a:rect l="l" t="t" r="r" b="b"/>
            <a:pathLst>
              <a:path w="3703093" h="1965278">
                <a:moveTo>
                  <a:pt x="145568" y="0"/>
                </a:moveTo>
                <a:lnTo>
                  <a:pt x="3557524" y="0"/>
                </a:lnTo>
                <a:cubicBezTo>
                  <a:pt x="3637919" y="0"/>
                  <a:pt x="3703093" y="65173"/>
                  <a:pt x="3703093" y="145568"/>
                </a:cubicBezTo>
                <a:lnTo>
                  <a:pt x="3703093" y="1819709"/>
                </a:lnTo>
                <a:cubicBezTo>
                  <a:pt x="3703093" y="1900105"/>
                  <a:pt x="3637919" y="1965278"/>
                  <a:pt x="3557524" y="1965278"/>
                </a:cubicBezTo>
                <a:lnTo>
                  <a:pt x="145568" y="1965278"/>
                </a:lnTo>
                <a:cubicBezTo>
                  <a:pt x="65173" y="1965278"/>
                  <a:pt x="0" y="1900105"/>
                  <a:pt x="0" y="1819709"/>
                </a:cubicBezTo>
                <a:lnTo>
                  <a:pt x="0" y="145568"/>
                </a:lnTo>
                <a:cubicBezTo>
                  <a:pt x="0" y="65227"/>
                  <a:pt x="65227" y="0"/>
                  <a:pt x="14556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6478" dist="9098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4" name="Image 0" descr="https://kimi-web-img.moonshot.cn/img/s3.amazonaws.com/9f9b717d015b17b7b83c20dde39ca7bbf79a2026.png"/>
          <p:cNvPicPr>
            <a:picLocks noChangeAspect="1"/>
          </p:cNvPicPr>
          <p:nvPr/>
        </p:nvPicPr>
        <p:blipFill>
          <a:blip r:embed="rId3"/>
          <a:srcRect t="23842" b="23842"/>
          <a:stretch/>
        </p:blipFill>
        <p:spPr>
          <a:xfrm>
            <a:off x="8312624" y="5076967"/>
            <a:ext cx="3339152" cy="1310185"/>
          </a:xfrm>
          <a:prstGeom prst="roundRect">
            <a:avLst>
              <a:gd name="adj" fmla="val 11894"/>
            </a:avLst>
          </a:prstGeom>
        </p:spPr>
      </p:pic>
      <p:sp>
        <p:nvSpPr>
          <p:cNvPr id="55" name="Text 52"/>
          <p:cNvSpPr/>
          <p:nvPr/>
        </p:nvSpPr>
        <p:spPr>
          <a:xfrm>
            <a:off x="8280779" y="6496334"/>
            <a:ext cx="3402842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3" dirty="0">
                <a:solidFill>
                  <a:srgbClr val="1E293B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interface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7C3AED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14350" y="571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52500" y="381000"/>
            <a:ext cx="2724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Goals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571500"/>
            <a:ext cx="28289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293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Aim &amp; Objectives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19200"/>
            <a:ext cx="11430000" cy="1457325"/>
          </a:xfrm>
          <a:custGeom>
            <a:avLst/>
            <a:gdLst/>
            <a:ahLst/>
            <a:cxnLst/>
            <a:rect l="l" t="t" r="r" b="b"/>
            <a:pathLst>
              <a:path w="11430000" h="1457325">
                <a:moveTo>
                  <a:pt x="152407" y="0"/>
                </a:moveTo>
                <a:lnTo>
                  <a:pt x="11277593" y="0"/>
                </a:lnTo>
                <a:cubicBezTo>
                  <a:pt x="11361765" y="0"/>
                  <a:pt x="11430000" y="68235"/>
                  <a:pt x="11430000" y="152407"/>
                </a:cubicBezTo>
                <a:lnTo>
                  <a:pt x="11430000" y="1304918"/>
                </a:lnTo>
                <a:cubicBezTo>
                  <a:pt x="11430000" y="1389090"/>
                  <a:pt x="11361765" y="1457325"/>
                  <a:pt x="11277593" y="1457325"/>
                </a:cubicBezTo>
                <a:lnTo>
                  <a:pt x="152407" y="1457325"/>
                </a:lnTo>
                <a:cubicBezTo>
                  <a:pt x="68235" y="1457325"/>
                  <a:pt x="0" y="1389090"/>
                  <a:pt x="0" y="1304918"/>
                </a:cubicBezTo>
                <a:lnTo>
                  <a:pt x="0" y="152407"/>
                </a:lnTo>
                <a:cubicBezTo>
                  <a:pt x="0" y="68291"/>
                  <a:pt x="68291" y="0"/>
                  <a:pt x="152407" y="0"/>
                </a:cubicBezTo>
                <a:close/>
              </a:path>
            </a:pathLst>
          </a:custGeom>
          <a:gradFill flip="none" rotWithShape="1">
            <a:gsLst>
              <a:gs pos="0">
                <a:srgbClr val="2563EB"/>
              </a:gs>
              <a:gs pos="100000">
                <a:srgbClr val="7C3AED"/>
              </a:gs>
            </a:gsLst>
            <a:lin ang="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09600" y="1642944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91766" y="1804869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7859" y="0"/>
                </a:moveTo>
                <a:cubicBezTo>
                  <a:pt x="27738" y="0"/>
                  <a:pt x="35719" y="7981"/>
                  <a:pt x="35719" y="17859"/>
                </a:cubicBezTo>
                <a:lnTo>
                  <a:pt x="35719" y="26789"/>
                </a:lnTo>
                <a:lnTo>
                  <a:pt x="74228" y="17190"/>
                </a:lnTo>
                <a:cubicBezTo>
                  <a:pt x="95492" y="11888"/>
                  <a:pt x="117928" y="14343"/>
                  <a:pt x="137573" y="24166"/>
                </a:cubicBezTo>
                <a:cubicBezTo>
                  <a:pt x="163413" y="37114"/>
                  <a:pt x="193830" y="37114"/>
                  <a:pt x="219670" y="24166"/>
                </a:cubicBezTo>
                <a:lnTo>
                  <a:pt x="225028" y="21487"/>
                </a:lnTo>
                <a:cubicBezTo>
                  <a:pt x="236525" y="15683"/>
                  <a:pt x="250031" y="24054"/>
                  <a:pt x="250031" y="36891"/>
                </a:cubicBezTo>
                <a:lnTo>
                  <a:pt x="250031" y="192993"/>
                </a:lnTo>
                <a:cubicBezTo>
                  <a:pt x="250031" y="200416"/>
                  <a:pt x="245399" y="207113"/>
                  <a:pt x="238423" y="209736"/>
                </a:cubicBezTo>
                <a:lnTo>
                  <a:pt x="219056" y="216991"/>
                </a:lnTo>
                <a:cubicBezTo>
                  <a:pt x="193272" y="226647"/>
                  <a:pt x="164585" y="225140"/>
                  <a:pt x="139973" y="212861"/>
                </a:cubicBezTo>
                <a:cubicBezTo>
                  <a:pt x="118821" y="202257"/>
                  <a:pt x="94543" y="199634"/>
                  <a:pt x="71605" y="205383"/>
                </a:cubicBezTo>
                <a:lnTo>
                  <a:pt x="35719" y="214313"/>
                </a:lnTo>
                <a:lnTo>
                  <a:pt x="35719" y="267891"/>
                </a:lnTo>
                <a:cubicBezTo>
                  <a:pt x="35719" y="277769"/>
                  <a:pt x="27738" y="285750"/>
                  <a:pt x="17859" y="285750"/>
                </a:cubicBezTo>
                <a:cubicBezTo>
                  <a:pt x="7981" y="285750"/>
                  <a:pt x="0" y="277769"/>
                  <a:pt x="0" y="267891"/>
                </a:cubicBezTo>
                <a:lnTo>
                  <a:pt x="0" y="17859"/>
                </a:lnTo>
                <a:cubicBezTo>
                  <a:pt x="0" y="7981"/>
                  <a:pt x="7981" y="0"/>
                  <a:pt x="17859" y="0"/>
                </a:cubicBezTo>
                <a:close/>
                <a:moveTo>
                  <a:pt x="35719" y="104422"/>
                </a:moveTo>
                <a:lnTo>
                  <a:pt x="71438" y="96664"/>
                </a:lnTo>
                <a:lnTo>
                  <a:pt x="71438" y="133220"/>
                </a:lnTo>
                <a:lnTo>
                  <a:pt x="35719" y="140977"/>
                </a:lnTo>
                <a:lnTo>
                  <a:pt x="35719" y="177533"/>
                </a:lnTo>
                <a:lnTo>
                  <a:pt x="62954" y="170724"/>
                </a:lnTo>
                <a:cubicBezTo>
                  <a:pt x="65801" y="169999"/>
                  <a:pt x="68591" y="169385"/>
                  <a:pt x="71438" y="168883"/>
                </a:cubicBezTo>
                <a:lnTo>
                  <a:pt x="71438" y="133220"/>
                </a:lnTo>
                <a:lnTo>
                  <a:pt x="93148" y="128532"/>
                </a:lnTo>
                <a:cubicBezTo>
                  <a:pt x="97780" y="127527"/>
                  <a:pt x="102468" y="127136"/>
                  <a:pt x="107156" y="127360"/>
                </a:cubicBezTo>
                <a:lnTo>
                  <a:pt x="107156" y="91641"/>
                </a:lnTo>
                <a:cubicBezTo>
                  <a:pt x="114746" y="91864"/>
                  <a:pt x="122337" y="93092"/>
                  <a:pt x="129704" y="95213"/>
                </a:cubicBezTo>
                <a:lnTo>
                  <a:pt x="142875" y="99064"/>
                </a:lnTo>
                <a:lnTo>
                  <a:pt x="142875" y="136289"/>
                </a:lnTo>
                <a:lnTo>
                  <a:pt x="119602" y="129425"/>
                </a:lnTo>
                <a:cubicBezTo>
                  <a:pt x="115528" y="128253"/>
                  <a:pt x="111342" y="127527"/>
                  <a:pt x="107156" y="127304"/>
                </a:cubicBezTo>
                <a:lnTo>
                  <a:pt x="107156" y="167153"/>
                </a:lnTo>
                <a:cubicBezTo>
                  <a:pt x="119323" y="168213"/>
                  <a:pt x="131322" y="170892"/>
                  <a:pt x="142875" y="175189"/>
                </a:cubicBezTo>
                <a:lnTo>
                  <a:pt x="142875" y="136234"/>
                </a:lnTo>
                <a:lnTo>
                  <a:pt x="155544" y="139973"/>
                </a:lnTo>
                <a:cubicBezTo>
                  <a:pt x="163078" y="142205"/>
                  <a:pt x="170780" y="143545"/>
                  <a:pt x="178594" y="144103"/>
                </a:cubicBezTo>
                <a:lnTo>
                  <a:pt x="178594" y="108272"/>
                </a:lnTo>
                <a:cubicBezTo>
                  <a:pt x="174241" y="107826"/>
                  <a:pt x="169887" y="106989"/>
                  <a:pt x="165646" y="105761"/>
                </a:cubicBezTo>
                <a:lnTo>
                  <a:pt x="142875" y="99064"/>
                </a:lnTo>
                <a:lnTo>
                  <a:pt x="142875" y="64461"/>
                </a:lnTo>
                <a:cubicBezTo>
                  <a:pt x="135620" y="62340"/>
                  <a:pt x="128476" y="59550"/>
                  <a:pt x="121555" y="56090"/>
                </a:cubicBezTo>
                <a:cubicBezTo>
                  <a:pt x="116979" y="53801"/>
                  <a:pt x="112123" y="52183"/>
                  <a:pt x="107156" y="51178"/>
                </a:cubicBezTo>
                <a:lnTo>
                  <a:pt x="107156" y="91585"/>
                </a:lnTo>
                <a:cubicBezTo>
                  <a:pt x="99901" y="91362"/>
                  <a:pt x="92646" y="92032"/>
                  <a:pt x="85558" y="93594"/>
                </a:cubicBezTo>
                <a:lnTo>
                  <a:pt x="71438" y="96664"/>
                </a:lnTo>
                <a:lnTo>
                  <a:pt x="71438" y="54694"/>
                </a:lnTo>
                <a:lnTo>
                  <a:pt x="35719" y="63624"/>
                </a:lnTo>
                <a:lnTo>
                  <a:pt x="35719" y="104422"/>
                </a:lnTo>
                <a:close/>
                <a:moveTo>
                  <a:pt x="178594" y="187356"/>
                </a:moveTo>
                <a:cubicBezTo>
                  <a:pt x="187970" y="188193"/>
                  <a:pt x="197514" y="186965"/>
                  <a:pt x="206499" y="183561"/>
                </a:cubicBezTo>
                <a:lnTo>
                  <a:pt x="214313" y="180659"/>
                </a:lnTo>
                <a:lnTo>
                  <a:pt x="214313" y="140643"/>
                </a:lnTo>
                <a:lnTo>
                  <a:pt x="209903" y="141647"/>
                </a:lnTo>
                <a:cubicBezTo>
                  <a:pt x="199634" y="144047"/>
                  <a:pt x="189086" y="144828"/>
                  <a:pt x="178594" y="144159"/>
                </a:cubicBezTo>
                <a:lnTo>
                  <a:pt x="178594" y="187356"/>
                </a:lnTo>
                <a:close/>
                <a:moveTo>
                  <a:pt x="214313" y="103975"/>
                </a:moveTo>
                <a:lnTo>
                  <a:pt x="214313" y="64461"/>
                </a:lnTo>
                <a:cubicBezTo>
                  <a:pt x="202648" y="67866"/>
                  <a:pt x="190649" y="69540"/>
                  <a:pt x="178594" y="69540"/>
                </a:cubicBezTo>
                <a:lnTo>
                  <a:pt x="178594" y="108272"/>
                </a:lnTo>
                <a:cubicBezTo>
                  <a:pt x="186351" y="109054"/>
                  <a:pt x="194221" y="108552"/>
                  <a:pt x="201867" y="106821"/>
                </a:cubicBezTo>
                <a:lnTo>
                  <a:pt x="214313" y="103919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1447800"/>
            <a:ext cx="1032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Aim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828681"/>
            <a:ext cx="103060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 an integrated Laboratory Information System that replaces Excel-based workflows with a comprehensive digital solution for medical laboratories using semi-automatic equipment.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1000" y="2885959"/>
            <a:ext cx="3705225" cy="1809750"/>
          </a:xfrm>
          <a:custGeom>
            <a:avLst/>
            <a:gdLst/>
            <a:ahLst/>
            <a:cxnLst/>
            <a:rect l="l" t="t" r="r" b="b"/>
            <a:pathLst>
              <a:path w="3705225" h="18097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657351"/>
                </a:lnTo>
                <a:cubicBezTo>
                  <a:pt x="3705225" y="1741519"/>
                  <a:pt x="3636994" y="1809750"/>
                  <a:pt x="3552826" y="1809750"/>
                </a:cubicBezTo>
                <a:lnTo>
                  <a:pt x="152399" y="1809750"/>
                </a:lnTo>
                <a:cubicBezTo>
                  <a:pt x="68231" y="1809750"/>
                  <a:pt x="0" y="1741519"/>
                  <a:pt x="0" y="165735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81000" y="2885959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71500" y="309550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563EB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16756" y="3228859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143000" y="317170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09663" y="3171709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1500" y="3667009"/>
            <a:ext cx="3409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Centralize Patient Data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1500" y="4009909"/>
            <a:ext cx="3400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PostgreSQL database for unified patient information management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41721" y="2885959"/>
            <a:ext cx="3705225" cy="1809750"/>
          </a:xfrm>
          <a:custGeom>
            <a:avLst/>
            <a:gdLst/>
            <a:ahLst/>
            <a:cxnLst/>
            <a:rect l="l" t="t" r="r" b="b"/>
            <a:pathLst>
              <a:path w="3705225" h="18097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657351"/>
                </a:lnTo>
                <a:cubicBezTo>
                  <a:pt x="3705225" y="1741519"/>
                  <a:pt x="3636994" y="1809750"/>
                  <a:pt x="3552826" y="1809750"/>
                </a:cubicBezTo>
                <a:lnTo>
                  <a:pt x="152399" y="1809750"/>
                </a:lnTo>
                <a:cubicBezTo>
                  <a:pt x="68231" y="1809750"/>
                  <a:pt x="0" y="1741519"/>
                  <a:pt x="0" y="165735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241721" y="2885959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432221" y="309550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7C3AED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53664" y="3228859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5719" y="0"/>
                </a:moveTo>
                <a:cubicBezTo>
                  <a:pt x="22585" y="0"/>
                  <a:pt x="11906" y="10678"/>
                  <a:pt x="11906" y="23812"/>
                </a:cubicBezTo>
                <a:lnTo>
                  <a:pt x="11906" y="166688"/>
                </a:lnTo>
                <a:cubicBezTo>
                  <a:pt x="11906" y="179822"/>
                  <a:pt x="22585" y="190500"/>
                  <a:pt x="35719" y="190500"/>
                </a:cubicBezTo>
                <a:lnTo>
                  <a:pt x="65484" y="190500"/>
                </a:lnTo>
                <a:lnTo>
                  <a:pt x="65484" y="148828"/>
                </a:lnTo>
                <a:cubicBezTo>
                  <a:pt x="65484" y="135694"/>
                  <a:pt x="76163" y="125016"/>
                  <a:pt x="89297" y="125016"/>
                </a:cubicBezTo>
                <a:lnTo>
                  <a:pt x="154781" y="125016"/>
                </a:lnTo>
                <a:lnTo>
                  <a:pt x="154781" y="63438"/>
                </a:lnTo>
                <a:cubicBezTo>
                  <a:pt x="154781" y="57113"/>
                  <a:pt x="152288" y="51048"/>
                  <a:pt x="147824" y="46583"/>
                </a:cubicBezTo>
                <a:lnTo>
                  <a:pt x="108161" y="6958"/>
                </a:lnTo>
                <a:cubicBezTo>
                  <a:pt x="103696" y="2493"/>
                  <a:pt x="97668" y="0"/>
                  <a:pt x="91343" y="0"/>
                </a:cubicBezTo>
                <a:lnTo>
                  <a:pt x="35719" y="0"/>
                </a:lnTo>
                <a:close/>
                <a:moveTo>
                  <a:pt x="133015" y="65484"/>
                </a:moveTo>
                <a:lnTo>
                  <a:pt x="98227" y="65484"/>
                </a:lnTo>
                <a:cubicBezTo>
                  <a:pt x="93278" y="65484"/>
                  <a:pt x="89297" y="61503"/>
                  <a:pt x="89297" y="56555"/>
                </a:cubicBezTo>
                <a:lnTo>
                  <a:pt x="89297" y="21766"/>
                </a:lnTo>
                <a:lnTo>
                  <a:pt x="133015" y="65484"/>
                </a:lnTo>
                <a:close/>
                <a:moveTo>
                  <a:pt x="89297" y="141387"/>
                </a:moveTo>
                <a:cubicBezTo>
                  <a:pt x="85204" y="141387"/>
                  <a:pt x="81855" y="144735"/>
                  <a:pt x="81855" y="148828"/>
                </a:cubicBezTo>
                <a:lnTo>
                  <a:pt x="81855" y="196453"/>
                </a:lnTo>
                <a:cubicBezTo>
                  <a:pt x="81855" y="200546"/>
                  <a:pt x="85204" y="203895"/>
                  <a:pt x="89297" y="203895"/>
                </a:cubicBezTo>
                <a:cubicBezTo>
                  <a:pt x="93390" y="203895"/>
                  <a:pt x="96738" y="200546"/>
                  <a:pt x="96738" y="196453"/>
                </a:cubicBezTo>
                <a:lnTo>
                  <a:pt x="96738" y="186035"/>
                </a:lnTo>
                <a:lnTo>
                  <a:pt x="101203" y="186035"/>
                </a:lnTo>
                <a:cubicBezTo>
                  <a:pt x="113519" y="186035"/>
                  <a:pt x="123527" y="176026"/>
                  <a:pt x="123527" y="163711"/>
                </a:cubicBezTo>
                <a:cubicBezTo>
                  <a:pt x="123527" y="151395"/>
                  <a:pt x="113519" y="141387"/>
                  <a:pt x="101203" y="141387"/>
                </a:cubicBezTo>
                <a:lnTo>
                  <a:pt x="89297" y="141387"/>
                </a:lnTo>
                <a:close/>
                <a:moveTo>
                  <a:pt x="101203" y="171152"/>
                </a:moveTo>
                <a:lnTo>
                  <a:pt x="96738" y="171152"/>
                </a:lnTo>
                <a:lnTo>
                  <a:pt x="96738" y="156270"/>
                </a:lnTo>
                <a:lnTo>
                  <a:pt x="101203" y="156270"/>
                </a:lnTo>
                <a:cubicBezTo>
                  <a:pt x="105296" y="156270"/>
                  <a:pt x="108645" y="159618"/>
                  <a:pt x="108645" y="163711"/>
                </a:cubicBezTo>
                <a:cubicBezTo>
                  <a:pt x="108645" y="167804"/>
                  <a:pt x="105296" y="171152"/>
                  <a:pt x="101203" y="171152"/>
                </a:cubicBezTo>
                <a:close/>
                <a:moveTo>
                  <a:pt x="136922" y="141387"/>
                </a:moveTo>
                <a:cubicBezTo>
                  <a:pt x="132829" y="141387"/>
                  <a:pt x="129480" y="144735"/>
                  <a:pt x="129480" y="148828"/>
                </a:cubicBezTo>
                <a:lnTo>
                  <a:pt x="129480" y="196453"/>
                </a:lnTo>
                <a:cubicBezTo>
                  <a:pt x="129480" y="200546"/>
                  <a:pt x="132829" y="203895"/>
                  <a:pt x="136922" y="203895"/>
                </a:cubicBezTo>
                <a:lnTo>
                  <a:pt x="148828" y="203895"/>
                </a:lnTo>
                <a:cubicBezTo>
                  <a:pt x="159507" y="203895"/>
                  <a:pt x="168176" y="195225"/>
                  <a:pt x="168176" y="184547"/>
                </a:cubicBezTo>
                <a:lnTo>
                  <a:pt x="168176" y="160734"/>
                </a:lnTo>
                <a:cubicBezTo>
                  <a:pt x="168176" y="150056"/>
                  <a:pt x="159507" y="141387"/>
                  <a:pt x="148828" y="141387"/>
                </a:cubicBezTo>
                <a:lnTo>
                  <a:pt x="136922" y="141387"/>
                </a:lnTo>
                <a:close/>
                <a:moveTo>
                  <a:pt x="144363" y="189012"/>
                </a:moveTo>
                <a:lnTo>
                  <a:pt x="144363" y="156270"/>
                </a:lnTo>
                <a:lnTo>
                  <a:pt x="148828" y="156270"/>
                </a:lnTo>
                <a:cubicBezTo>
                  <a:pt x="151284" y="156270"/>
                  <a:pt x="153293" y="158279"/>
                  <a:pt x="153293" y="160734"/>
                </a:cubicBezTo>
                <a:lnTo>
                  <a:pt x="153293" y="184547"/>
                </a:lnTo>
                <a:cubicBezTo>
                  <a:pt x="153293" y="187003"/>
                  <a:pt x="151284" y="189012"/>
                  <a:pt x="148828" y="189012"/>
                </a:cubicBezTo>
                <a:lnTo>
                  <a:pt x="144363" y="189012"/>
                </a:lnTo>
                <a:close/>
                <a:moveTo>
                  <a:pt x="177105" y="148828"/>
                </a:moveTo>
                <a:lnTo>
                  <a:pt x="177105" y="196453"/>
                </a:lnTo>
                <a:cubicBezTo>
                  <a:pt x="177105" y="200546"/>
                  <a:pt x="180454" y="203895"/>
                  <a:pt x="184547" y="203895"/>
                </a:cubicBezTo>
                <a:cubicBezTo>
                  <a:pt x="188640" y="203895"/>
                  <a:pt x="191988" y="200546"/>
                  <a:pt x="191988" y="196453"/>
                </a:cubicBezTo>
                <a:lnTo>
                  <a:pt x="191988" y="180082"/>
                </a:lnTo>
                <a:lnTo>
                  <a:pt x="202406" y="180082"/>
                </a:lnTo>
                <a:cubicBezTo>
                  <a:pt x="206499" y="180082"/>
                  <a:pt x="209848" y="176733"/>
                  <a:pt x="209848" y="172641"/>
                </a:cubicBezTo>
                <a:cubicBezTo>
                  <a:pt x="209848" y="168548"/>
                  <a:pt x="206499" y="165199"/>
                  <a:pt x="202406" y="165199"/>
                </a:cubicBezTo>
                <a:lnTo>
                  <a:pt x="191988" y="165199"/>
                </a:lnTo>
                <a:lnTo>
                  <a:pt x="191988" y="156270"/>
                </a:lnTo>
                <a:lnTo>
                  <a:pt x="202406" y="156270"/>
                </a:lnTo>
                <a:cubicBezTo>
                  <a:pt x="206499" y="156270"/>
                  <a:pt x="209848" y="152921"/>
                  <a:pt x="209848" y="148828"/>
                </a:cubicBezTo>
                <a:cubicBezTo>
                  <a:pt x="209848" y="144735"/>
                  <a:pt x="206499" y="141387"/>
                  <a:pt x="202406" y="141387"/>
                </a:cubicBezTo>
                <a:lnTo>
                  <a:pt x="184547" y="141387"/>
                </a:lnTo>
                <a:cubicBezTo>
                  <a:pt x="180454" y="141387"/>
                  <a:pt x="177105" y="144735"/>
                  <a:pt x="177105" y="148828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03721" y="317170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70383" y="3171709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32221" y="3667009"/>
            <a:ext cx="3409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 Report Generation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32221" y="4009909"/>
            <a:ext cx="3400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React-PDF for instant professional report creation and distribution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02561" y="2885959"/>
            <a:ext cx="3705225" cy="1809750"/>
          </a:xfrm>
          <a:custGeom>
            <a:avLst/>
            <a:gdLst/>
            <a:ahLst/>
            <a:cxnLst/>
            <a:rect l="l" t="t" r="r" b="b"/>
            <a:pathLst>
              <a:path w="3705225" h="18097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657351"/>
                </a:lnTo>
                <a:cubicBezTo>
                  <a:pt x="3705225" y="1741519"/>
                  <a:pt x="3636994" y="1809750"/>
                  <a:pt x="3552826" y="1809750"/>
                </a:cubicBezTo>
                <a:lnTo>
                  <a:pt x="152399" y="1809750"/>
                </a:lnTo>
                <a:cubicBezTo>
                  <a:pt x="68231" y="1809750"/>
                  <a:pt x="0" y="1741519"/>
                  <a:pt x="0" y="165735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102561" y="2885959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293061" y="309550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EA5E9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438317" y="3228859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114746" y="85092"/>
                </a:moveTo>
                <a:cubicBezTo>
                  <a:pt x="117351" y="80925"/>
                  <a:pt x="116086" y="75419"/>
                  <a:pt x="111919" y="72777"/>
                </a:cubicBezTo>
                <a:cubicBezTo>
                  <a:pt x="107752" y="70135"/>
                  <a:pt x="102245" y="71438"/>
                  <a:pt x="99603" y="75605"/>
                </a:cubicBezTo>
                <a:lnTo>
                  <a:pt x="76758" y="112179"/>
                </a:lnTo>
                <a:lnTo>
                  <a:pt x="66712" y="98785"/>
                </a:lnTo>
                <a:cubicBezTo>
                  <a:pt x="63736" y="94841"/>
                  <a:pt x="58155" y="94022"/>
                  <a:pt x="54211" y="96999"/>
                </a:cubicBezTo>
                <a:cubicBezTo>
                  <a:pt x="50267" y="99975"/>
                  <a:pt x="49448" y="105556"/>
                  <a:pt x="52425" y="109500"/>
                </a:cubicBezTo>
                <a:lnTo>
                  <a:pt x="70284" y="133313"/>
                </a:lnTo>
                <a:cubicBezTo>
                  <a:pt x="72033" y="135657"/>
                  <a:pt x="74861" y="136996"/>
                  <a:pt x="77800" y="136885"/>
                </a:cubicBezTo>
                <a:cubicBezTo>
                  <a:pt x="80739" y="136773"/>
                  <a:pt x="83418" y="135210"/>
                  <a:pt x="84981" y="132680"/>
                </a:cubicBezTo>
                <a:lnTo>
                  <a:pt x="114746" y="85055"/>
                </a:ln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864561" y="317170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831223" y="3171709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93061" y="3667009"/>
            <a:ext cx="3409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Enable Online Booking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293061" y="4009909"/>
            <a:ext cx="3400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 web-based appointment scheduling for patients and staff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1000" y="4867159"/>
            <a:ext cx="3705225" cy="1809750"/>
          </a:xfrm>
          <a:custGeom>
            <a:avLst/>
            <a:gdLst/>
            <a:ahLst/>
            <a:cxnLst/>
            <a:rect l="l" t="t" r="r" b="b"/>
            <a:pathLst>
              <a:path w="3705225" h="18097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657351"/>
                </a:lnTo>
                <a:cubicBezTo>
                  <a:pt x="3705225" y="1741519"/>
                  <a:pt x="3636994" y="1809750"/>
                  <a:pt x="3552826" y="1809750"/>
                </a:cubicBezTo>
                <a:lnTo>
                  <a:pt x="152399" y="1809750"/>
                </a:lnTo>
                <a:cubicBezTo>
                  <a:pt x="68231" y="1809750"/>
                  <a:pt x="0" y="1741519"/>
                  <a:pt x="0" y="165735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81000" y="4867159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71500" y="507670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C4899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16756" y="5210059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0"/>
                </a:moveTo>
                <a:cubicBezTo>
                  <a:pt x="76758" y="0"/>
                  <a:pt x="71438" y="5321"/>
                  <a:pt x="71438" y="11906"/>
                </a:cubicBezTo>
                <a:lnTo>
                  <a:pt x="71438" y="13097"/>
                </a:lnTo>
                <a:cubicBezTo>
                  <a:pt x="44276" y="18604"/>
                  <a:pt x="23812" y="42639"/>
                  <a:pt x="23812" y="71438"/>
                </a:cubicBezTo>
                <a:lnTo>
                  <a:pt x="23812" y="79511"/>
                </a:lnTo>
                <a:cubicBezTo>
                  <a:pt x="23812" y="97408"/>
                  <a:pt x="17711" y="114784"/>
                  <a:pt x="6548" y="128774"/>
                </a:cubicBezTo>
                <a:lnTo>
                  <a:pt x="2902" y="133313"/>
                </a:lnTo>
                <a:cubicBezTo>
                  <a:pt x="1005" y="135657"/>
                  <a:pt x="0" y="138559"/>
                  <a:pt x="0" y="141573"/>
                </a:cubicBezTo>
                <a:cubicBezTo>
                  <a:pt x="0" y="148865"/>
                  <a:pt x="5916" y="154781"/>
                  <a:pt x="13208" y="154781"/>
                </a:cubicBezTo>
                <a:lnTo>
                  <a:pt x="153442" y="154781"/>
                </a:lnTo>
                <a:cubicBezTo>
                  <a:pt x="160734" y="154781"/>
                  <a:pt x="166650" y="148865"/>
                  <a:pt x="166650" y="141573"/>
                </a:cubicBezTo>
                <a:cubicBezTo>
                  <a:pt x="166650" y="138559"/>
                  <a:pt x="165646" y="135657"/>
                  <a:pt x="163748" y="133313"/>
                </a:cubicBezTo>
                <a:lnTo>
                  <a:pt x="160102" y="128774"/>
                </a:lnTo>
                <a:cubicBezTo>
                  <a:pt x="148977" y="114784"/>
                  <a:pt x="142875" y="97408"/>
                  <a:pt x="142875" y="79511"/>
                </a:cubicBezTo>
                <a:lnTo>
                  <a:pt x="142875" y="71438"/>
                </a:lnTo>
                <a:cubicBezTo>
                  <a:pt x="142875" y="42639"/>
                  <a:pt x="122411" y="18604"/>
                  <a:pt x="95250" y="13097"/>
                </a:cubicBezTo>
                <a:lnTo>
                  <a:pt x="95250" y="11906"/>
                </a:lnTo>
                <a:cubicBezTo>
                  <a:pt x="95250" y="5321"/>
                  <a:pt x="89929" y="0"/>
                  <a:pt x="83344" y="0"/>
                </a:cubicBezTo>
                <a:close/>
                <a:moveTo>
                  <a:pt x="60275" y="172641"/>
                </a:moveTo>
                <a:cubicBezTo>
                  <a:pt x="62917" y="182910"/>
                  <a:pt x="72256" y="190500"/>
                  <a:pt x="83344" y="190500"/>
                </a:cubicBezTo>
                <a:cubicBezTo>
                  <a:pt x="94431" y="190500"/>
                  <a:pt x="103770" y="182910"/>
                  <a:pt x="106412" y="172641"/>
                </a:cubicBezTo>
                <a:lnTo>
                  <a:pt x="60275" y="172641"/>
                </a:lnTo>
                <a:close/>
              </a:path>
            </a:pathLst>
          </a:cu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143000" y="515290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109663" y="5152909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71500" y="5648209"/>
            <a:ext cx="3409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Notifications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71500" y="5991109"/>
            <a:ext cx="3400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SMS/email alerts for appointment and result updates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241721" y="4867159"/>
            <a:ext cx="3705225" cy="1809750"/>
          </a:xfrm>
          <a:custGeom>
            <a:avLst/>
            <a:gdLst/>
            <a:ahLst/>
            <a:cxnLst/>
            <a:rect l="l" t="t" r="r" b="b"/>
            <a:pathLst>
              <a:path w="3705225" h="18097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657351"/>
                </a:lnTo>
                <a:cubicBezTo>
                  <a:pt x="3705225" y="1741519"/>
                  <a:pt x="3636994" y="1809750"/>
                  <a:pt x="3552826" y="1809750"/>
                </a:cubicBezTo>
                <a:lnTo>
                  <a:pt x="152399" y="1809750"/>
                </a:lnTo>
                <a:cubicBezTo>
                  <a:pt x="68231" y="1809750"/>
                  <a:pt x="0" y="1741519"/>
                  <a:pt x="0" y="165735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241721" y="4867159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432221" y="507670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565571" y="521005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003721" y="515290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970383" y="5152909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432221" y="5648209"/>
            <a:ext cx="3409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Ensure Compliance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432221" y="5991109"/>
            <a:ext cx="3400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comprehensive audit trails for regulatory requirements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102561" y="4867159"/>
            <a:ext cx="3705225" cy="1809750"/>
          </a:xfrm>
          <a:custGeom>
            <a:avLst/>
            <a:gdLst/>
            <a:ahLst/>
            <a:cxnLst/>
            <a:rect l="l" t="t" r="r" b="b"/>
            <a:pathLst>
              <a:path w="3705225" h="18097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657351"/>
                </a:lnTo>
                <a:cubicBezTo>
                  <a:pt x="3705225" y="1741519"/>
                  <a:pt x="3636994" y="1809750"/>
                  <a:pt x="3552826" y="1809750"/>
                </a:cubicBezTo>
                <a:lnTo>
                  <a:pt x="152399" y="1809750"/>
                </a:lnTo>
                <a:cubicBezTo>
                  <a:pt x="68231" y="1809750"/>
                  <a:pt x="0" y="1741519"/>
                  <a:pt x="0" y="165735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8102561" y="4867159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8293061" y="507670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8426411" y="521005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8864561" y="515290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8831223" y="5152909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293061" y="5648209"/>
            <a:ext cx="3409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40-Week Timeline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293061" y="5991109"/>
            <a:ext cx="3400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development within allocated academic project timeframe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9842" y="402319"/>
            <a:ext cx="419811" cy="419811"/>
          </a:xfrm>
          <a:custGeom>
            <a:avLst/>
            <a:gdLst/>
            <a:ahLst/>
            <a:cxnLst/>
            <a:rect l="l" t="t" r="r" b="b"/>
            <a:pathLst>
              <a:path w="419811" h="419811">
                <a:moveTo>
                  <a:pt x="104953" y="0"/>
                </a:moveTo>
                <a:lnTo>
                  <a:pt x="314858" y="0"/>
                </a:lnTo>
                <a:cubicBezTo>
                  <a:pt x="372822" y="0"/>
                  <a:pt x="419811" y="46989"/>
                  <a:pt x="419811" y="104953"/>
                </a:cubicBezTo>
                <a:lnTo>
                  <a:pt x="419811" y="314858"/>
                </a:lnTo>
                <a:cubicBezTo>
                  <a:pt x="419811" y="372822"/>
                  <a:pt x="372822" y="419811"/>
                  <a:pt x="314858" y="419811"/>
                </a:cubicBezTo>
                <a:lnTo>
                  <a:pt x="104953" y="419811"/>
                </a:lnTo>
                <a:cubicBezTo>
                  <a:pt x="46989" y="419811"/>
                  <a:pt x="0" y="372822"/>
                  <a:pt x="0" y="314858"/>
                </a:cubicBezTo>
                <a:lnTo>
                  <a:pt x="0" y="104953"/>
                </a:lnTo>
                <a:cubicBezTo>
                  <a:pt x="0" y="47028"/>
                  <a:pt x="47028" y="0"/>
                  <a:pt x="104953" y="0"/>
                </a:cubicBezTo>
                <a:close/>
              </a:path>
            </a:pathLst>
          </a:custGeom>
          <a:gradFill flip="none" rotWithShape="1">
            <a:gsLst>
              <a:gs pos="0">
                <a:srgbClr val="0EA5E9"/>
              </a:gs>
              <a:gs pos="100000">
                <a:srgbClr val="7C3AED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72287" y="524763"/>
            <a:ext cx="174921" cy="174921"/>
          </a:xfrm>
          <a:custGeom>
            <a:avLst/>
            <a:gdLst/>
            <a:ahLst/>
            <a:cxnLst/>
            <a:rect l="l" t="t" r="r" b="b"/>
            <a:pathLst>
              <a:path w="174921" h="174921">
                <a:moveTo>
                  <a:pt x="0" y="27331"/>
                </a:moveTo>
                <a:cubicBezTo>
                  <a:pt x="0" y="18278"/>
                  <a:pt x="7345" y="10933"/>
                  <a:pt x="16399" y="10933"/>
                </a:cubicBezTo>
                <a:lnTo>
                  <a:pt x="49197" y="10933"/>
                </a:lnTo>
                <a:cubicBezTo>
                  <a:pt x="58250" y="10933"/>
                  <a:pt x="65595" y="18278"/>
                  <a:pt x="65595" y="27331"/>
                </a:cubicBezTo>
                <a:lnTo>
                  <a:pt x="65595" y="32798"/>
                </a:lnTo>
                <a:lnTo>
                  <a:pt x="109326" y="32798"/>
                </a:lnTo>
                <a:lnTo>
                  <a:pt x="109326" y="27331"/>
                </a:lnTo>
                <a:cubicBezTo>
                  <a:pt x="109326" y="18278"/>
                  <a:pt x="116671" y="10933"/>
                  <a:pt x="125725" y="10933"/>
                </a:cubicBezTo>
                <a:lnTo>
                  <a:pt x="158522" y="10933"/>
                </a:lnTo>
                <a:cubicBezTo>
                  <a:pt x="167576" y="10933"/>
                  <a:pt x="174921" y="18278"/>
                  <a:pt x="174921" y="27331"/>
                </a:cubicBezTo>
                <a:lnTo>
                  <a:pt x="174921" y="60129"/>
                </a:lnTo>
                <a:cubicBezTo>
                  <a:pt x="174921" y="69183"/>
                  <a:pt x="167576" y="76528"/>
                  <a:pt x="158522" y="76528"/>
                </a:cubicBezTo>
                <a:lnTo>
                  <a:pt x="125725" y="76528"/>
                </a:lnTo>
                <a:cubicBezTo>
                  <a:pt x="116671" y="76528"/>
                  <a:pt x="109326" y="69183"/>
                  <a:pt x="109326" y="60129"/>
                </a:cubicBezTo>
                <a:lnTo>
                  <a:pt x="109326" y="54663"/>
                </a:lnTo>
                <a:lnTo>
                  <a:pt x="65595" y="54663"/>
                </a:lnTo>
                <a:lnTo>
                  <a:pt x="65595" y="60129"/>
                </a:lnTo>
                <a:cubicBezTo>
                  <a:pt x="65595" y="62623"/>
                  <a:pt x="65015" y="65015"/>
                  <a:pt x="64024" y="67133"/>
                </a:cubicBezTo>
                <a:lnTo>
                  <a:pt x="87461" y="98393"/>
                </a:lnTo>
                <a:lnTo>
                  <a:pt x="114792" y="98393"/>
                </a:lnTo>
                <a:cubicBezTo>
                  <a:pt x="123845" y="98393"/>
                  <a:pt x="131191" y="105738"/>
                  <a:pt x="131191" y="114792"/>
                </a:cubicBezTo>
                <a:lnTo>
                  <a:pt x="131191" y="147590"/>
                </a:lnTo>
                <a:cubicBezTo>
                  <a:pt x="131191" y="156643"/>
                  <a:pt x="123845" y="163989"/>
                  <a:pt x="114792" y="163989"/>
                </a:cubicBezTo>
                <a:lnTo>
                  <a:pt x="81994" y="163989"/>
                </a:lnTo>
                <a:cubicBezTo>
                  <a:pt x="72941" y="163989"/>
                  <a:pt x="65595" y="156643"/>
                  <a:pt x="65595" y="147590"/>
                </a:cubicBezTo>
                <a:lnTo>
                  <a:pt x="65595" y="114792"/>
                </a:lnTo>
                <a:cubicBezTo>
                  <a:pt x="65595" y="112298"/>
                  <a:pt x="66176" y="109906"/>
                  <a:pt x="67167" y="107788"/>
                </a:cubicBezTo>
                <a:lnTo>
                  <a:pt x="43730" y="76528"/>
                </a:lnTo>
                <a:lnTo>
                  <a:pt x="16399" y="76528"/>
                </a:lnTo>
                <a:cubicBezTo>
                  <a:pt x="7345" y="76528"/>
                  <a:pt x="0" y="69183"/>
                  <a:pt x="0" y="60129"/>
                </a:cubicBezTo>
                <a:lnTo>
                  <a:pt x="0" y="27331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74605" y="349842"/>
            <a:ext cx="3410961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kern="0" spc="48" dirty="0">
                <a:solidFill>
                  <a:srgbClr val="0EA5E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Development Approach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4605" y="524763"/>
            <a:ext cx="3507168" cy="349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79" b="1" dirty="0">
                <a:solidFill>
                  <a:srgbClr val="1E293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Proposed Methodology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9842" y="1119495"/>
            <a:ext cx="4495472" cy="3778296"/>
          </a:xfrm>
          <a:custGeom>
            <a:avLst/>
            <a:gdLst/>
            <a:ahLst/>
            <a:cxnLst/>
            <a:rect l="l" t="t" r="r" b="b"/>
            <a:pathLst>
              <a:path w="4495472" h="3778296">
                <a:moveTo>
                  <a:pt x="139948" y="0"/>
                </a:moveTo>
                <a:lnTo>
                  <a:pt x="4355524" y="0"/>
                </a:lnTo>
                <a:cubicBezTo>
                  <a:pt x="4432815" y="0"/>
                  <a:pt x="4495472" y="62657"/>
                  <a:pt x="4495472" y="139948"/>
                </a:cubicBezTo>
                <a:lnTo>
                  <a:pt x="4495472" y="3638347"/>
                </a:lnTo>
                <a:cubicBezTo>
                  <a:pt x="4495472" y="3715639"/>
                  <a:pt x="4432815" y="3778296"/>
                  <a:pt x="4355524" y="3778296"/>
                </a:cubicBezTo>
                <a:lnTo>
                  <a:pt x="139948" y="3778296"/>
                </a:lnTo>
                <a:cubicBezTo>
                  <a:pt x="62657" y="3778296"/>
                  <a:pt x="0" y="3715639"/>
                  <a:pt x="0" y="3638347"/>
                </a:cubicBezTo>
                <a:lnTo>
                  <a:pt x="0" y="139948"/>
                </a:lnTo>
                <a:cubicBezTo>
                  <a:pt x="0" y="62709"/>
                  <a:pt x="62709" y="0"/>
                  <a:pt x="13994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191" dist="8746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6628" y="1329400"/>
            <a:ext cx="174921" cy="174921"/>
          </a:xfrm>
          <a:custGeom>
            <a:avLst/>
            <a:gdLst/>
            <a:ahLst/>
            <a:cxnLst/>
            <a:rect l="l" t="t" r="r" b="b"/>
            <a:pathLst>
              <a:path w="174921" h="174921">
                <a:moveTo>
                  <a:pt x="79432" y="1777"/>
                </a:moveTo>
                <a:cubicBezTo>
                  <a:pt x="84522" y="-581"/>
                  <a:pt x="90399" y="-581"/>
                  <a:pt x="95489" y="1777"/>
                </a:cubicBezTo>
                <a:lnTo>
                  <a:pt x="170172" y="36282"/>
                </a:lnTo>
                <a:cubicBezTo>
                  <a:pt x="173076" y="37615"/>
                  <a:pt x="174921" y="40519"/>
                  <a:pt x="174921" y="43730"/>
                </a:cubicBezTo>
                <a:cubicBezTo>
                  <a:pt x="174921" y="46942"/>
                  <a:pt x="173076" y="49846"/>
                  <a:pt x="170172" y="51178"/>
                </a:cubicBezTo>
                <a:lnTo>
                  <a:pt x="95489" y="85684"/>
                </a:lnTo>
                <a:cubicBezTo>
                  <a:pt x="90399" y="88041"/>
                  <a:pt x="84522" y="88041"/>
                  <a:pt x="79432" y="85684"/>
                </a:cubicBezTo>
                <a:lnTo>
                  <a:pt x="4749" y="51178"/>
                </a:lnTo>
                <a:cubicBezTo>
                  <a:pt x="1845" y="49812"/>
                  <a:pt x="0" y="46908"/>
                  <a:pt x="0" y="43730"/>
                </a:cubicBezTo>
                <a:cubicBezTo>
                  <a:pt x="0" y="40553"/>
                  <a:pt x="1845" y="37615"/>
                  <a:pt x="4749" y="36282"/>
                </a:cubicBezTo>
                <a:lnTo>
                  <a:pt x="79432" y="1777"/>
                </a:lnTo>
                <a:close/>
                <a:moveTo>
                  <a:pt x="16433" y="74615"/>
                </a:moveTo>
                <a:lnTo>
                  <a:pt x="72565" y="100545"/>
                </a:lnTo>
                <a:cubicBezTo>
                  <a:pt x="82028" y="104918"/>
                  <a:pt x="92927" y="104918"/>
                  <a:pt x="102390" y="100545"/>
                </a:cubicBezTo>
                <a:lnTo>
                  <a:pt x="158522" y="74615"/>
                </a:lnTo>
                <a:lnTo>
                  <a:pt x="170172" y="80013"/>
                </a:lnTo>
                <a:cubicBezTo>
                  <a:pt x="173076" y="81345"/>
                  <a:pt x="174921" y="84249"/>
                  <a:pt x="174921" y="87461"/>
                </a:cubicBezTo>
                <a:cubicBezTo>
                  <a:pt x="174921" y="90672"/>
                  <a:pt x="173076" y="93576"/>
                  <a:pt x="170172" y="94908"/>
                </a:cubicBezTo>
                <a:lnTo>
                  <a:pt x="95489" y="129414"/>
                </a:lnTo>
                <a:cubicBezTo>
                  <a:pt x="90399" y="131772"/>
                  <a:pt x="84522" y="131772"/>
                  <a:pt x="79432" y="129414"/>
                </a:cubicBezTo>
                <a:lnTo>
                  <a:pt x="4749" y="94908"/>
                </a:lnTo>
                <a:cubicBezTo>
                  <a:pt x="1845" y="93542"/>
                  <a:pt x="0" y="90638"/>
                  <a:pt x="0" y="87461"/>
                </a:cubicBezTo>
                <a:cubicBezTo>
                  <a:pt x="0" y="84283"/>
                  <a:pt x="1845" y="81345"/>
                  <a:pt x="4749" y="80013"/>
                </a:cubicBezTo>
                <a:lnTo>
                  <a:pt x="16399" y="74615"/>
                </a:lnTo>
                <a:close/>
                <a:moveTo>
                  <a:pt x="4749" y="123743"/>
                </a:moveTo>
                <a:lnTo>
                  <a:pt x="16399" y="118345"/>
                </a:lnTo>
                <a:lnTo>
                  <a:pt x="72531" y="144276"/>
                </a:lnTo>
                <a:cubicBezTo>
                  <a:pt x="81994" y="148649"/>
                  <a:pt x="92893" y="148649"/>
                  <a:pt x="102356" y="144276"/>
                </a:cubicBezTo>
                <a:lnTo>
                  <a:pt x="158488" y="118345"/>
                </a:lnTo>
                <a:lnTo>
                  <a:pt x="170138" y="123743"/>
                </a:lnTo>
                <a:cubicBezTo>
                  <a:pt x="173042" y="125075"/>
                  <a:pt x="174887" y="127979"/>
                  <a:pt x="174887" y="131191"/>
                </a:cubicBezTo>
                <a:cubicBezTo>
                  <a:pt x="174887" y="134402"/>
                  <a:pt x="173042" y="137306"/>
                  <a:pt x="170138" y="138639"/>
                </a:cubicBezTo>
                <a:lnTo>
                  <a:pt x="95455" y="173145"/>
                </a:lnTo>
                <a:cubicBezTo>
                  <a:pt x="90365" y="175502"/>
                  <a:pt x="84488" y="175502"/>
                  <a:pt x="79398" y="173145"/>
                </a:cubicBezTo>
                <a:lnTo>
                  <a:pt x="4749" y="138639"/>
                </a:lnTo>
                <a:cubicBezTo>
                  <a:pt x="1845" y="137272"/>
                  <a:pt x="0" y="134368"/>
                  <a:pt x="0" y="131191"/>
                </a:cubicBezTo>
                <a:cubicBezTo>
                  <a:pt x="0" y="128014"/>
                  <a:pt x="1845" y="125075"/>
                  <a:pt x="4749" y="123743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3415" y="1294416"/>
            <a:ext cx="4014439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Three-Tier Architecture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2255" y="1679242"/>
            <a:ext cx="4128138" cy="944574"/>
          </a:xfrm>
          <a:custGeom>
            <a:avLst/>
            <a:gdLst/>
            <a:ahLst/>
            <a:cxnLst/>
            <a:rect l="l" t="t" r="r" b="b"/>
            <a:pathLst>
              <a:path w="4128138" h="944574">
                <a:moveTo>
                  <a:pt x="34984" y="0"/>
                </a:moveTo>
                <a:lnTo>
                  <a:pt x="4023186" y="0"/>
                </a:lnTo>
                <a:cubicBezTo>
                  <a:pt x="4081149" y="0"/>
                  <a:pt x="4128138" y="46988"/>
                  <a:pt x="4128138" y="104952"/>
                </a:cubicBezTo>
                <a:lnTo>
                  <a:pt x="4128138" y="839622"/>
                </a:lnTo>
                <a:cubicBezTo>
                  <a:pt x="4128138" y="897585"/>
                  <a:pt x="4081149" y="944574"/>
                  <a:pt x="4023186" y="944574"/>
                </a:cubicBezTo>
                <a:lnTo>
                  <a:pt x="34984" y="944574"/>
                </a:lnTo>
                <a:cubicBezTo>
                  <a:pt x="15663" y="944574"/>
                  <a:pt x="0" y="928911"/>
                  <a:pt x="0" y="909590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gradFill flip="none" rotWithShape="1">
            <a:gsLst>
              <a:gs pos="0">
                <a:srgbClr val="2563EB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2255" y="1679242"/>
            <a:ext cx="34984" cy="944574"/>
          </a:xfrm>
          <a:custGeom>
            <a:avLst/>
            <a:gdLst/>
            <a:ahLst/>
            <a:cxnLst/>
            <a:rect l="l" t="t" r="r" b="b"/>
            <a:pathLst>
              <a:path w="34984" h="944574">
                <a:moveTo>
                  <a:pt x="34984" y="0"/>
                </a:moveTo>
                <a:lnTo>
                  <a:pt x="34984" y="0"/>
                </a:lnTo>
                <a:lnTo>
                  <a:pt x="34984" y="944574"/>
                </a:lnTo>
                <a:lnTo>
                  <a:pt x="34984" y="944574"/>
                </a:lnTo>
                <a:cubicBezTo>
                  <a:pt x="15663" y="944574"/>
                  <a:pt x="0" y="928911"/>
                  <a:pt x="0" y="909590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25923" y="1819179"/>
            <a:ext cx="209905" cy="209905"/>
          </a:xfrm>
          <a:custGeom>
            <a:avLst/>
            <a:gdLst/>
            <a:ahLst/>
            <a:cxnLst/>
            <a:rect l="l" t="t" r="r" b="b"/>
            <a:pathLst>
              <a:path w="209905" h="209905">
                <a:moveTo>
                  <a:pt x="171450" y="72647"/>
                </a:moveTo>
                <a:cubicBezTo>
                  <a:pt x="169236" y="71909"/>
                  <a:pt x="167022" y="71212"/>
                  <a:pt x="164808" y="70556"/>
                </a:cubicBezTo>
                <a:cubicBezTo>
                  <a:pt x="165177" y="69039"/>
                  <a:pt x="165505" y="67522"/>
                  <a:pt x="165833" y="66005"/>
                </a:cubicBezTo>
                <a:cubicBezTo>
                  <a:pt x="170876" y="41571"/>
                  <a:pt x="167555" y="21933"/>
                  <a:pt x="156363" y="15456"/>
                </a:cubicBezTo>
                <a:cubicBezTo>
                  <a:pt x="145581" y="9265"/>
                  <a:pt x="127993" y="15702"/>
                  <a:pt x="110200" y="31199"/>
                </a:cubicBezTo>
                <a:cubicBezTo>
                  <a:pt x="108437" y="32716"/>
                  <a:pt x="106716" y="34315"/>
                  <a:pt x="105076" y="35913"/>
                </a:cubicBezTo>
                <a:cubicBezTo>
                  <a:pt x="103969" y="34848"/>
                  <a:pt x="102821" y="33782"/>
                  <a:pt x="101673" y="32757"/>
                </a:cubicBezTo>
                <a:cubicBezTo>
                  <a:pt x="83019" y="16194"/>
                  <a:pt x="64324" y="9224"/>
                  <a:pt x="53132" y="15743"/>
                </a:cubicBezTo>
                <a:cubicBezTo>
                  <a:pt x="42391" y="21974"/>
                  <a:pt x="39193" y="40464"/>
                  <a:pt x="43703" y="63587"/>
                </a:cubicBezTo>
                <a:cubicBezTo>
                  <a:pt x="44154" y="65882"/>
                  <a:pt x="44646" y="68137"/>
                  <a:pt x="45220" y="70433"/>
                </a:cubicBezTo>
                <a:cubicBezTo>
                  <a:pt x="42596" y="71171"/>
                  <a:pt x="40013" y="71991"/>
                  <a:pt x="37594" y="72852"/>
                </a:cubicBezTo>
                <a:cubicBezTo>
                  <a:pt x="15702" y="80436"/>
                  <a:pt x="0" y="92408"/>
                  <a:pt x="0" y="104789"/>
                </a:cubicBezTo>
                <a:cubicBezTo>
                  <a:pt x="0" y="117580"/>
                  <a:pt x="16727" y="130412"/>
                  <a:pt x="39480" y="138201"/>
                </a:cubicBezTo>
                <a:cubicBezTo>
                  <a:pt x="41325" y="138816"/>
                  <a:pt x="43170" y="139431"/>
                  <a:pt x="45056" y="139964"/>
                </a:cubicBezTo>
                <a:cubicBezTo>
                  <a:pt x="44441" y="142424"/>
                  <a:pt x="43908" y="144843"/>
                  <a:pt x="43416" y="147344"/>
                </a:cubicBezTo>
                <a:cubicBezTo>
                  <a:pt x="39111" y="170097"/>
                  <a:pt x="42473" y="188136"/>
                  <a:pt x="53214" y="194326"/>
                </a:cubicBezTo>
                <a:cubicBezTo>
                  <a:pt x="64284" y="200722"/>
                  <a:pt x="82896" y="194162"/>
                  <a:pt x="101017" y="178297"/>
                </a:cubicBezTo>
                <a:cubicBezTo>
                  <a:pt x="102452" y="177026"/>
                  <a:pt x="103887" y="175714"/>
                  <a:pt x="105322" y="174320"/>
                </a:cubicBezTo>
                <a:cubicBezTo>
                  <a:pt x="107126" y="176083"/>
                  <a:pt x="109011" y="177764"/>
                  <a:pt x="110897" y="179403"/>
                </a:cubicBezTo>
                <a:cubicBezTo>
                  <a:pt x="128444" y="194490"/>
                  <a:pt x="145786" y="200599"/>
                  <a:pt x="156486" y="194408"/>
                </a:cubicBezTo>
                <a:cubicBezTo>
                  <a:pt x="167555" y="188013"/>
                  <a:pt x="171163" y="168621"/>
                  <a:pt x="166489" y="145007"/>
                </a:cubicBezTo>
                <a:cubicBezTo>
                  <a:pt x="166120" y="143203"/>
                  <a:pt x="165710" y="141358"/>
                  <a:pt x="165259" y="139472"/>
                </a:cubicBezTo>
                <a:cubicBezTo>
                  <a:pt x="166571" y="139103"/>
                  <a:pt x="167842" y="138693"/>
                  <a:pt x="169113" y="138283"/>
                </a:cubicBezTo>
                <a:cubicBezTo>
                  <a:pt x="192769" y="130453"/>
                  <a:pt x="209905" y="117785"/>
                  <a:pt x="209905" y="104789"/>
                </a:cubicBezTo>
                <a:cubicBezTo>
                  <a:pt x="209905" y="92367"/>
                  <a:pt x="193752" y="80313"/>
                  <a:pt x="171450" y="72647"/>
                </a:cubicBezTo>
                <a:close/>
                <a:moveTo>
                  <a:pt x="115981" y="37840"/>
                </a:moveTo>
                <a:cubicBezTo>
                  <a:pt x="131232" y="24557"/>
                  <a:pt x="145458" y="19351"/>
                  <a:pt x="151935" y="23081"/>
                </a:cubicBezTo>
                <a:cubicBezTo>
                  <a:pt x="158864" y="27058"/>
                  <a:pt x="161529" y="43129"/>
                  <a:pt x="157183" y="64243"/>
                </a:cubicBezTo>
                <a:cubicBezTo>
                  <a:pt x="156896" y="65636"/>
                  <a:pt x="156609" y="66989"/>
                  <a:pt x="156240" y="68342"/>
                </a:cubicBezTo>
                <a:cubicBezTo>
                  <a:pt x="147139" y="66292"/>
                  <a:pt x="137914" y="64816"/>
                  <a:pt x="128649" y="63997"/>
                </a:cubicBezTo>
                <a:cubicBezTo>
                  <a:pt x="123319" y="56371"/>
                  <a:pt x="117498" y="49074"/>
                  <a:pt x="111184" y="42227"/>
                </a:cubicBezTo>
                <a:cubicBezTo>
                  <a:pt x="112783" y="40710"/>
                  <a:pt x="114341" y="39275"/>
                  <a:pt x="115981" y="37840"/>
                </a:cubicBezTo>
                <a:close/>
                <a:moveTo>
                  <a:pt x="68547" y="126066"/>
                </a:moveTo>
                <a:cubicBezTo>
                  <a:pt x="70638" y="129633"/>
                  <a:pt x="72770" y="133200"/>
                  <a:pt x="75025" y="136684"/>
                </a:cubicBezTo>
                <a:cubicBezTo>
                  <a:pt x="68629" y="135987"/>
                  <a:pt x="62275" y="134963"/>
                  <a:pt x="56002" y="133610"/>
                </a:cubicBezTo>
                <a:cubicBezTo>
                  <a:pt x="57806" y="127706"/>
                  <a:pt x="60061" y="121597"/>
                  <a:pt x="62685" y="115366"/>
                </a:cubicBezTo>
                <a:cubicBezTo>
                  <a:pt x="64570" y="118974"/>
                  <a:pt x="66497" y="122540"/>
                  <a:pt x="68547" y="126066"/>
                </a:cubicBezTo>
                <a:close/>
                <a:moveTo>
                  <a:pt x="56125" y="76747"/>
                </a:moveTo>
                <a:cubicBezTo>
                  <a:pt x="62029" y="75435"/>
                  <a:pt x="68301" y="74369"/>
                  <a:pt x="74820" y="73549"/>
                </a:cubicBezTo>
                <a:cubicBezTo>
                  <a:pt x="72647" y="76952"/>
                  <a:pt x="70515" y="80436"/>
                  <a:pt x="68506" y="83962"/>
                </a:cubicBezTo>
                <a:cubicBezTo>
                  <a:pt x="66497" y="87447"/>
                  <a:pt x="64529" y="91014"/>
                  <a:pt x="62685" y="94621"/>
                </a:cubicBezTo>
                <a:cubicBezTo>
                  <a:pt x="60102" y="88513"/>
                  <a:pt x="57929" y="82527"/>
                  <a:pt x="56125" y="76747"/>
                </a:cubicBezTo>
                <a:close/>
                <a:moveTo>
                  <a:pt x="67358" y="104994"/>
                </a:moveTo>
                <a:cubicBezTo>
                  <a:pt x="70064" y="99336"/>
                  <a:pt x="73016" y="93801"/>
                  <a:pt x="76132" y="88349"/>
                </a:cubicBezTo>
                <a:cubicBezTo>
                  <a:pt x="79247" y="82896"/>
                  <a:pt x="82609" y="77608"/>
                  <a:pt x="86135" y="72401"/>
                </a:cubicBezTo>
                <a:cubicBezTo>
                  <a:pt x="92285" y="71950"/>
                  <a:pt x="98557" y="71704"/>
                  <a:pt x="104953" y="71704"/>
                </a:cubicBezTo>
                <a:cubicBezTo>
                  <a:pt x="111348" y="71704"/>
                  <a:pt x="117662" y="71950"/>
                  <a:pt x="123770" y="72401"/>
                </a:cubicBezTo>
                <a:cubicBezTo>
                  <a:pt x="127255" y="77567"/>
                  <a:pt x="130576" y="82855"/>
                  <a:pt x="133733" y="88267"/>
                </a:cubicBezTo>
                <a:cubicBezTo>
                  <a:pt x="136889" y="93678"/>
                  <a:pt x="139841" y="99213"/>
                  <a:pt x="142629" y="104830"/>
                </a:cubicBezTo>
                <a:cubicBezTo>
                  <a:pt x="139882" y="110487"/>
                  <a:pt x="136930" y="116063"/>
                  <a:pt x="133774" y="121556"/>
                </a:cubicBezTo>
                <a:cubicBezTo>
                  <a:pt x="130658" y="127009"/>
                  <a:pt x="127337" y="132298"/>
                  <a:pt x="123852" y="137545"/>
                </a:cubicBezTo>
                <a:cubicBezTo>
                  <a:pt x="117744" y="137996"/>
                  <a:pt x="111389" y="138201"/>
                  <a:pt x="104953" y="138201"/>
                </a:cubicBezTo>
                <a:cubicBezTo>
                  <a:pt x="98516" y="138201"/>
                  <a:pt x="92285" y="137996"/>
                  <a:pt x="86258" y="137627"/>
                </a:cubicBezTo>
                <a:cubicBezTo>
                  <a:pt x="82691" y="132421"/>
                  <a:pt x="79329" y="127091"/>
                  <a:pt x="76173" y="121638"/>
                </a:cubicBezTo>
                <a:cubicBezTo>
                  <a:pt x="73016" y="116186"/>
                  <a:pt x="70105" y="110651"/>
                  <a:pt x="67358" y="104994"/>
                </a:cubicBezTo>
                <a:close/>
                <a:moveTo>
                  <a:pt x="141399" y="125984"/>
                </a:moveTo>
                <a:cubicBezTo>
                  <a:pt x="143490" y="122376"/>
                  <a:pt x="145458" y="118728"/>
                  <a:pt x="147385" y="115038"/>
                </a:cubicBezTo>
                <a:cubicBezTo>
                  <a:pt x="150009" y="120983"/>
                  <a:pt x="152304" y="127009"/>
                  <a:pt x="154313" y="133200"/>
                </a:cubicBezTo>
                <a:cubicBezTo>
                  <a:pt x="147959" y="134635"/>
                  <a:pt x="141522" y="135741"/>
                  <a:pt x="135045" y="136479"/>
                </a:cubicBezTo>
                <a:cubicBezTo>
                  <a:pt x="137258" y="133036"/>
                  <a:pt x="139349" y="129510"/>
                  <a:pt x="141399" y="125984"/>
                </a:cubicBezTo>
                <a:close/>
                <a:moveTo>
                  <a:pt x="147303" y="94621"/>
                </a:moveTo>
                <a:cubicBezTo>
                  <a:pt x="145376" y="91014"/>
                  <a:pt x="143408" y="87406"/>
                  <a:pt x="141358" y="83880"/>
                </a:cubicBezTo>
                <a:cubicBezTo>
                  <a:pt x="139349" y="80395"/>
                  <a:pt x="137258" y="76952"/>
                  <a:pt x="135086" y="73549"/>
                </a:cubicBezTo>
                <a:cubicBezTo>
                  <a:pt x="141686" y="74369"/>
                  <a:pt x="148000" y="75476"/>
                  <a:pt x="153903" y="76829"/>
                </a:cubicBezTo>
                <a:cubicBezTo>
                  <a:pt x="152017" y="82896"/>
                  <a:pt x="149804" y="88800"/>
                  <a:pt x="147303" y="94621"/>
                </a:cubicBezTo>
                <a:close/>
                <a:moveTo>
                  <a:pt x="105035" y="48500"/>
                </a:moveTo>
                <a:cubicBezTo>
                  <a:pt x="109339" y="53173"/>
                  <a:pt x="113398" y="58093"/>
                  <a:pt x="117170" y="63177"/>
                </a:cubicBezTo>
                <a:cubicBezTo>
                  <a:pt x="109052" y="62808"/>
                  <a:pt x="100894" y="62808"/>
                  <a:pt x="92777" y="63177"/>
                </a:cubicBezTo>
                <a:cubicBezTo>
                  <a:pt x="96794" y="57888"/>
                  <a:pt x="100935" y="52968"/>
                  <a:pt x="105035" y="48500"/>
                </a:cubicBezTo>
                <a:close/>
                <a:moveTo>
                  <a:pt x="57478" y="23368"/>
                </a:moveTo>
                <a:cubicBezTo>
                  <a:pt x="64365" y="19351"/>
                  <a:pt x="79657" y="25090"/>
                  <a:pt x="95769" y="39357"/>
                </a:cubicBezTo>
                <a:cubicBezTo>
                  <a:pt x="96794" y="40259"/>
                  <a:pt x="97819" y="41243"/>
                  <a:pt x="98885" y="42227"/>
                </a:cubicBezTo>
                <a:cubicBezTo>
                  <a:pt x="92531" y="49074"/>
                  <a:pt x="86668" y="56371"/>
                  <a:pt x="81297" y="63997"/>
                </a:cubicBezTo>
                <a:cubicBezTo>
                  <a:pt x="72032" y="64816"/>
                  <a:pt x="62849" y="66251"/>
                  <a:pt x="53747" y="68260"/>
                </a:cubicBezTo>
                <a:cubicBezTo>
                  <a:pt x="53214" y="66169"/>
                  <a:pt x="52763" y="64038"/>
                  <a:pt x="52312" y="61906"/>
                </a:cubicBezTo>
                <a:cubicBezTo>
                  <a:pt x="48459" y="42063"/>
                  <a:pt x="51000" y="27099"/>
                  <a:pt x="57478" y="23368"/>
                </a:cubicBezTo>
                <a:close/>
                <a:moveTo>
                  <a:pt x="47434" y="131437"/>
                </a:moveTo>
                <a:cubicBezTo>
                  <a:pt x="45712" y="130945"/>
                  <a:pt x="44031" y="130412"/>
                  <a:pt x="42350" y="129838"/>
                </a:cubicBezTo>
                <a:cubicBezTo>
                  <a:pt x="33618" y="127091"/>
                  <a:pt x="23696" y="122745"/>
                  <a:pt x="16522" y="117047"/>
                </a:cubicBezTo>
                <a:cubicBezTo>
                  <a:pt x="12381" y="114177"/>
                  <a:pt x="9593" y="109749"/>
                  <a:pt x="8814" y="104789"/>
                </a:cubicBezTo>
                <a:cubicBezTo>
                  <a:pt x="8814" y="97286"/>
                  <a:pt x="21769" y="87693"/>
                  <a:pt x="40464" y="81174"/>
                </a:cubicBezTo>
                <a:cubicBezTo>
                  <a:pt x="42801" y="80354"/>
                  <a:pt x="45179" y="79616"/>
                  <a:pt x="47557" y="78919"/>
                </a:cubicBezTo>
                <a:cubicBezTo>
                  <a:pt x="50344" y="87816"/>
                  <a:pt x="53706" y="96548"/>
                  <a:pt x="57601" y="104994"/>
                </a:cubicBezTo>
                <a:cubicBezTo>
                  <a:pt x="53665" y="113562"/>
                  <a:pt x="50262" y="122417"/>
                  <a:pt x="47434" y="131437"/>
                </a:cubicBezTo>
                <a:close/>
                <a:moveTo>
                  <a:pt x="95236" y="171614"/>
                </a:moveTo>
                <a:cubicBezTo>
                  <a:pt x="88472" y="177805"/>
                  <a:pt x="80641" y="182724"/>
                  <a:pt x="72114" y="186086"/>
                </a:cubicBezTo>
                <a:cubicBezTo>
                  <a:pt x="67563" y="188259"/>
                  <a:pt x="62316" y="188464"/>
                  <a:pt x="57642" y="186619"/>
                </a:cubicBezTo>
                <a:cubicBezTo>
                  <a:pt x="51123" y="182847"/>
                  <a:pt x="48418" y="168375"/>
                  <a:pt x="52107" y="148902"/>
                </a:cubicBezTo>
                <a:cubicBezTo>
                  <a:pt x="52558" y="146606"/>
                  <a:pt x="53050" y="144310"/>
                  <a:pt x="53624" y="142055"/>
                </a:cubicBezTo>
                <a:cubicBezTo>
                  <a:pt x="62808" y="144023"/>
                  <a:pt x="72073" y="145376"/>
                  <a:pt x="81461" y="146073"/>
                </a:cubicBezTo>
                <a:cubicBezTo>
                  <a:pt x="86873" y="153739"/>
                  <a:pt x="92818" y="161078"/>
                  <a:pt x="99172" y="167965"/>
                </a:cubicBezTo>
                <a:cubicBezTo>
                  <a:pt x="97860" y="169236"/>
                  <a:pt x="96548" y="170466"/>
                  <a:pt x="95236" y="171614"/>
                </a:cubicBezTo>
                <a:close/>
                <a:moveTo>
                  <a:pt x="105281" y="161652"/>
                </a:moveTo>
                <a:cubicBezTo>
                  <a:pt x="101099" y="157142"/>
                  <a:pt x="96917" y="152140"/>
                  <a:pt x="92859" y="146770"/>
                </a:cubicBezTo>
                <a:cubicBezTo>
                  <a:pt x="96794" y="146934"/>
                  <a:pt x="100853" y="147016"/>
                  <a:pt x="104953" y="147016"/>
                </a:cubicBezTo>
                <a:cubicBezTo>
                  <a:pt x="109175" y="147016"/>
                  <a:pt x="113316" y="146934"/>
                  <a:pt x="117416" y="146729"/>
                </a:cubicBezTo>
                <a:cubicBezTo>
                  <a:pt x="113644" y="151935"/>
                  <a:pt x="109585" y="156896"/>
                  <a:pt x="105281" y="161652"/>
                </a:cubicBezTo>
                <a:close/>
                <a:moveTo>
                  <a:pt x="158864" y="173951"/>
                </a:moveTo>
                <a:cubicBezTo>
                  <a:pt x="158495" y="178952"/>
                  <a:pt x="156035" y="183626"/>
                  <a:pt x="152099" y="186783"/>
                </a:cubicBezTo>
                <a:cubicBezTo>
                  <a:pt x="145581" y="190555"/>
                  <a:pt x="131683" y="185635"/>
                  <a:pt x="116678" y="172762"/>
                </a:cubicBezTo>
                <a:cubicBezTo>
                  <a:pt x="114956" y="171286"/>
                  <a:pt x="113234" y="169687"/>
                  <a:pt x="111471" y="168047"/>
                </a:cubicBezTo>
                <a:cubicBezTo>
                  <a:pt x="117744" y="161119"/>
                  <a:pt x="123524" y="153780"/>
                  <a:pt x="128772" y="146073"/>
                </a:cubicBezTo>
                <a:cubicBezTo>
                  <a:pt x="138160" y="145294"/>
                  <a:pt x="147508" y="143859"/>
                  <a:pt x="156732" y="141768"/>
                </a:cubicBezTo>
                <a:cubicBezTo>
                  <a:pt x="157142" y="143449"/>
                  <a:pt x="157511" y="145130"/>
                  <a:pt x="157839" y="146770"/>
                </a:cubicBezTo>
                <a:cubicBezTo>
                  <a:pt x="159848" y="155625"/>
                  <a:pt x="160176" y="164849"/>
                  <a:pt x="158864" y="173951"/>
                </a:cubicBezTo>
                <a:close/>
                <a:moveTo>
                  <a:pt x="166325" y="129879"/>
                </a:moveTo>
                <a:cubicBezTo>
                  <a:pt x="165177" y="130248"/>
                  <a:pt x="164030" y="130617"/>
                  <a:pt x="162841" y="130945"/>
                </a:cubicBezTo>
                <a:cubicBezTo>
                  <a:pt x="159971" y="122007"/>
                  <a:pt x="156445" y="113275"/>
                  <a:pt x="152386" y="104789"/>
                </a:cubicBezTo>
                <a:cubicBezTo>
                  <a:pt x="156322" y="96425"/>
                  <a:pt x="159643" y="87816"/>
                  <a:pt x="162431" y="79001"/>
                </a:cubicBezTo>
                <a:cubicBezTo>
                  <a:pt x="164562" y="79616"/>
                  <a:pt x="166612" y="80272"/>
                  <a:pt x="168580" y="80928"/>
                </a:cubicBezTo>
                <a:cubicBezTo>
                  <a:pt x="187685" y="87488"/>
                  <a:pt x="201091" y="97245"/>
                  <a:pt x="201091" y="104707"/>
                </a:cubicBezTo>
                <a:cubicBezTo>
                  <a:pt x="201091" y="112742"/>
                  <a:pt x="186783" y="123114"/>
                  <a:pt x="166325" y="129879"/>
                </a:cubicBezTo>
                <a:close/>
                <a:moveTo>
                  <a:pt x="104953" y="123729"/>
                </a:moveTo>
                <a:cubicBezTo>
                  <a:pt x="115316" y="123729"/>
                  <a:pt x="123729" y="115316"/>
                  <a:pt x="123729" y="104953"/>
                </a:cubicBezTo>
                <a:cubicBezTo>
                  <a:pt x="123729" y="94590"/>
                  <a:pt x="115316" y="86176"/>
                  <a:pt x="104953" y="86176"/>
                </a:cubicBezTo>
                <a:cubicBezTo>
                  <a:pt x="94590" y="86176"/>
                  <a:pt x="86176" y="94590"/>
                  <a:pt x="86176" y="104953"/>
                </a:cubicBezTo>
                <a:cubicBezTo>
                  <a:pt x="86176" y="115316"/>
                  <a:pt x="94590" y="123729"/>
                  <a:pt x="104953" y="123729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67019" y="1819179"/>
            <a:ext cx="629716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9684" y="2099053"/>
            <a:ext cx="3891994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React.js + Tailwind CSS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9684" y="2308958"/>
            <a:ext cx="3891994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1E293B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Responsive, modern UI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2255" y="2728769"/>
            <a:ext cx="4128138" cy="944574"/>
          </a:xfrm>
          <a:custGeom>
            <a:avLst/>
            <a:gdLst/>
            <a:ahLst/>
            <a:cxnLst/>
            <a:rect l="l" t="t" r="r" b="b"/>
            <a:pathLst>
              <a:path w="4128138" h="944574">
                <a:moveTo>
                  <a:pt x="34984" y="0"/>
                </a:moveTo>
                <a:lnTo>
                  <a:pt x="4023186" y="0"/>
                </a:lnTo>
                <a:cubicBezTo>
                  <a:pt x="4081149" y="0"/>
                  <a:pt x="4128138" y="46988"/>
                  <a:pt x="4128138" y="104952"/>
                </a:cubicBezTo>
                <a:lnTo>
                  <a:pt x="4128138" y="839622"/>
                </a:lnTo>
                <a:cubicBezTo>
                  <a:pt x="4128138" y="897585"/>
                  <a:pt x="4081149" y="944574"/>
                  <a:pt x="4023186" y="944574"/>
                </a:cubicBezTo>
                <a:lnTo>
                  <a:pt x="34984" y="944574"/>
                </a:lnTo>
                <a:cubicBezTo>
                  <a:pt x="15663" y="944574"/>
                  <a:pt x="0" y="928911"/>
                  <a:pt x="0" y="909590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gradFill flip="none" rotWithShape="1">
            <a:gsLst>
              <a:gs pos="0">
                <a:srgbClr val="7C3AED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2255" y="2728769"/>
            <a:ext cx="34984" cy="944574"/>
          </a:xfrm>
          <a:custGeom>
            <a:avLst/>
            <a:gdLst/>
            <a:ahLst/>
            <a:cxnLst/>
            <a:rect l="l" t="t" r="r" b="b"/>
            <a:pathLst>
              <a:path w="34984" h="944574">
                <a:moveTo>
                  <a:pt x="34984" y="0"/>
                </a:moveTo>
                <a:lnTo>
                  <a:pt x="34984" y="0"/>
                </a:lnTo>
                <a:lnTo>
                  <a:pt x="34984" y="944574"/>
                </a:lnTo>
                <a:lnTo>
                  <a:pt x="34984" y="944574"/>
                </a:lnTo>
                <a:cubicBezTo>
                  <a:pt x="15663" y="944574"/>
                  <a:pt x="0" y="928911"/>
                  <a:pt x="0" y="909590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99684" y="2868706"/>
            <a:ext cx="262382" cy="209905"/>
          </a:xfrm>
          <a:custGeom>
            <a:avLst/>
            <a:gdLst/>
            <a:ahLst/>
            <a:cxnLst/>
            <a:rect l="l" t="t" r="r" b="b"/>
            <a:pathLst>
              <a:path w="262382" h="209905">
                <a:moveTo>
                  <a:pt x="129674" y="185307"/>
                </a:moveTo>
                <a:cubicBezTo>
                  <a:pt x="128813" y="185307"/>
                  <a:pt x="127952" y="185061"/>
                  <a:pt x="127173" y="184651"/>
                </a:cubicBezTo>
                <a:lnTo>
                  <a:pt x="119302" y="179977"/>
                </a:lnTo>
                <a:cubicBezTo>
                  <a:pt x="118113" y="179321"/>
                  <a:pt x="118687" y="179075"/>
                  <a:pt x="119097" y="178952"/>
                </a:cubicBezTo>
                <a:cubicBezTo>
                  <a:pt x="120655" y="178420"/>
                  <a:pt x="120983" y="178297"/>
                  <a:pt x="122663" y="177313"/>
                </a:cubicBezTo>
                <a:cubicBezTo>
                  <a:pt x="122827" y="177231"/>
                  <a:pt x="123073" y="177272"/>
                  <a:pt x="123237" y="177354"/>
                </a:cubicBezTo>
                <a:lnTo>
                  <a:pt x="129305" y="180961"/>
                </a:lnTo>
                <a:cubicBezTo>
                  <a:pt x="129510" y="181084"/>
                  <a:pt x="129838" y="181084"/>
                  <a:pt x="130043" y="180961"/>
                </a:cubicBezTo>
                <a:lnTo>
                  <a:pt x="153739" y="167268"/>
                </a:lnTo>
                <a:cubicBezTo>
                  <a:pt x="153944" y="167145"/>
                  <a:pt x="154108" y="166899"/>
                  <a:pt x="154108" y="166612"/>
                </a:cubicBezTo>
                <a:lnTo>
                  <a:pt x="154108" y="139267"/>
                </a:lnTo>
                <a:cubicBezTo>
                  <a:pt x="154108" y="138980"/>
                  <a:pt x="153985" y="138734"/>
                  <a:pt x="153739" y="138611"/>
                </a:cubicBezTo>
                <a:lnTo>
                  <a:pt x="130043" y="124959"/>
                </a:lnTo>
                <a:cubicBezTo>
                  <a:pt x="129838" y="124836"/>
                  <a:pt x="129551" y="124836"/>
                  <a:pt x="129305" y="124959"/>
                </a:cubicBezTo>
                <a:lnTo>
                  <a:pt x="105609" y="138611"/>
                </a:lnTo>
                <a:cubicBezTo>
                  <a:pt x="105363" y="138734"/>
                  <a:pt x="105240" y="139021"/>
                  <a:pt x="105240" y="139267"/>
                </a:cubicBezTo>
                <a:lnTo>
                  <a:pt x="105240" y="166612"/>
                </a:lnTo>
                <a:cubicBezTo>
                  <a:pt x="105240" y="166858"/>
                  <a:pt x="105404" y="167104"/>
                  <a:pt x="105609" y="167227"/>
                </a:cubicBezTo>
                <a:lnTo>
                  <a:pt x="112086" y="170958"/>
                </a:lnTo>
                <a:cubicBezTo>
                  <a:pt x="115612" y="172721"/>
                  <a:pt x="117785" y="170630"/>
                  <a:pt x="117785" y="168580"/>
                </a:cubicBezTo>
                <a:lnTo>
                  <a:pt x="117785" y="141563"/>
                </a:lnTo>
                <a:cubicBezTo>
                  <a:pt x="117785" y="141194"/>
                  <a:pt x="118072" y="140866"/>
                  <a:pt x="118482" y="140866"/>
                </a:cubicBezTo>
                <a:lnTo>
                  <a:pt x="121474" y="140866"/>
                </a:lnTo>
                <a:cubicBezTo>
                  <a:pt x="121843" y="140866"/>
                  <a:pt x="122171" y="141153"/>
                  <a:pt x="122171" y="141563"/>
                </a:cubicBezTo>
                <a:lnTo>
                  <a:pt x="122171" y="168580"/>
                </a:lnTo>
                <a:cubicBezTo>
                  <a:pt x="122171" y="173295"/>
                  <a:pt x="119630" y="175960"/>
                  <a:pt x="115161" y="175960"/>
                </a:cubicBezTo>
                <a:cubicBezTo>
                  <a:pt x="113808" y="175960"/>
                  <a:pt x="112701" y="175960"/>
                  <a:pt x="109708" y="174484"/>
                </a:cubicBezTo>
                <a:lnTo>
                  <a:pt x="103477" y="170917"/>
                </a:lnTo>
                <a:cubicBezTo>
                  <a:pt x="101960" y="170015"/>
                  <a:pt x="100976" y="168375"/>
                  <a:pt x="100976" y="166612"/>
                </a:cubicBezTo>
                <a:lnTo>
                  <a:pt x="100976" y="139267"/>
                </a:lnTo>
                <a:cubicBezTo>
                  <a:pt x="100976" y="137504"/>
                  <a:pt x="101919" y="135823"/>
                  <a:pt x="103477" y="134963"/>
                </a:cubicBezTo>
                <a:lnTo>
                  <a:pt x="127173" y="121270"/>
                </a:lnTo>
                <a:cubicBezTo>
                  <a:pt x="128690" y="120409"/>
                  <a:pt x="130658" y="120409"/>
                  <a:pt x="132134" y="121270"/>
                </a:cubicBezTo>
                <a:lnTo>
                  <a:pt x="155830" y="134963"/>
                </a:lnTo>
                <a:cubicBezTo>
                  <a:pt x="157347" y="135864"/>
                  <a:pt x="158331" y="137504"/>
                  <a:pt x="158331" y="139267"/>
                </a:cubicBezTo>
                <a:lnTo>
                  <a:pt x="158331" y="166612"/>
                </a:lnTo>
                <a:cubicBezTo>
                  <a:pt x="158331" y="168375"/>
                  <a:pt x="157388" y="170056"/>
                  <a:pt x="155830" y="170917"/>
                </a:cubicBezTo>
                <a:lnTo>
                  <a:pt x="132134" y="184610"/>
                </a:lnTo>
                <a:cubicBezTo>
                  <a:pt x="131437" y="185061"/>
                  <a:pt x="130576" y="185307"/>
                  <a:pt x="129674" y="185307"/>
                </a:cubicBezTo>
                <a:close/>
                <a:moveTo>
                  <a:pt x="148820" y="158331"/>
                </a:moveTo>
                <a:cubicBezTo>
                  <a:pt x="148820" y="153206"/>
                  <a:pt x="145376" y="151853"/>
                  <a:pt x="138078" y="150869"/>
                </a:cubicBezTo>
                <a:cubicBezTo>
                  <a:pt x="130699" y="149886"/>
                  <a:pt x="129961" y="149394"/>
                  <a:pt x="129961" y="147672"/>
                </a:cubicBezTo>
                <a:cubicBezTo>
                  <a:pt x="129961" y="146237"/>
                  <a:pt x="130576" y="144351"/>
                  <a:pt x="136028" y="144351"/>
                </a:cubicBezTo>
                <a:cubicBezTo>
                  <a:pt x="140907" y="144351"/>
                  <a:pt x="142711" y="145417"/>
                  <a:pt x="143449" y="148697"/>
                </a:cubicBezTo>
                <a:cubicBezTo>
                  <a:pt x="143531" y="149025"/>
                  <a:pt x="143777" y="149230"/>
                  <a:pt x="144105" y="149230"/>
                </a:cubicBezTo>
                <a:lnTo>
                  <a:pt x="147180" y="149230"/>
                </a:lnTo>
                <a:cubicBezTo>
                  <a:pt x="147385" y="149230"/>
                  <a:pt x="147549" y="149148"/>
                  <a:pt x="147672" y="149025"/>
                </a:cubicBezTo>
                <a:cubicBezTo>
                  <a:pt x="147795" y="148861"/>
                  <a:pt x="147877" y="148697"/>
                  <a:pt x="147836" y="148492"/>
                </a:cubicBezTo>
                <a:cubicBezTo>
                  <a:pt x="147344" y="142834"/>
                  <a:pt x="143613" y="140210"/>
                  <a:pt x="136028" y="140210"/>
                </a:cubicBezTo>
                <a:cubicBezTo>
                  <a:pt x="129264" y="140210"/>
                  <a:pt x="125246" y="143080"/>
                  <a:pt x="125246" y="147836"/>
                </a:cubicBezTo>
                <a:cubicBezTo>
                  <a:pt x="125246" y="153042"/>
                  <a:pt x="129264" y="154436"/>
                  <a:pt x="135741" y="155092"/>
                </a:cubicBezTo>
                <a:cubicBezTo>
                  <a:pt x="143490" y="155871"/>
                  <a:pt x="144105" y="156978"/>
                  <a:pt x="144105" y="158495"/>
                </a:cubicBezTo>
                <a:cubicBezTo>
                  <a:pt x="144105" y="161160"/>
                  <a:pt x="141973" y="162267"/>
                  <a:pt x="136971" y="162267"/>
                </a:cubicBezTo>
                <a:cubicBezTo>
                  <a:pt x="130699" y="162267"/>
                  <a:pt x="129305" y="160709"/>
                  <a:pt x="128854" y="157593"/>
                </a:cubicBezTo>
                <a:cubicBezTo>
                  <a:pt x="128813" y="157265"/>
                  <a:pt x="128526" y="157019"/>
                  <a:pt x="128157" y="157019"/>
                </a:cubicBezTo>
                <a:lnTo>
                  <a:pt x="125082" y="157019"/>
                </a:lnTo>
                <a:cubicBezTo>
                  <a:pt x="124713" y="157019"/>
                  <a:pt x="124385" y="157306"/>
                  <a:pt x="124385" y="157716"/>
                </a:cubicBezTo>
                <a:cubicBezTo>
                  <a:pt x="124385" y="161693"/>
                  <a:pt x="126558" y="166448"/>
                  <a:pt x="136930" y="166448"/>
                </a:cubicBezTo>
                <a:cubicBezTo>
                  <a:pt x="144515" y="166448"/>
                  <a:pt x="148820" y="163497"/>
                  <a:pt x="148820" y="158331"/>
                </a:cubicBezTo>
                <a:close/>
                <a:moveTo>
                  <a:pt x="171163" y="137791"/>
                </a:moveTo>
                <a:cubicBezTo>
                  <a:pt x="171163" y="140292"/>
                  <a:pt x="169113" y="142342"/>
                  <a:pt x="166612" y="142342"/>
                </a:cubicBezTo>
                <a:cubicBezTo>
                  <a:pt x="164112" y="142342"/>
                  <a:pt x="162062" y="140292"/>
                  <a:pt x="162062" y="137791"/>
                </a:cubicBezTo>
                <a:cubicBezTo>
                  <a:pt x="162062" y="135209"/>
                  <a:pt x="164194" y="133241"/>
                  <a:pt x="166612" y="133241"/>
                </a:cubicBezTo>
                <a:cubicBezTo>
                  <a:pt x="169072" y="133200"/>
                  <a:pt x="171163" y="135209"/>
                  <a:pt x="171163" y="137791"/>
                </a:cubicBezTo>
                <a:close/>
                <a:moveTo>
                  <a:pt x="170425" y="137791"/>
                </a:moveTo>
                <a:cubicBezTo>
                  <a:pt x="170425" y="135660"/>
                  <a:pt x="168703" y="133979"/>
                  <a:pt x="166571" y="133979"/>
                </a:cubicBezTo>
                <a:cubicBezTo>
                  <a:pt x="164480" y="133979"/>
                  <a:pt x="162759" y="135660"/>
                  <a:pt x="162759" y="137791"/>
                </a:cubicBezTo>
                <a:cubicBezTo>
                  <a:pt x="162759" y="139923"/>
                  <a:pt x="164480" y="141645"/>
                  <a:pt x="166571" y="141645"/>
                </a:cubicBezTo>
                <a:cubicBezTo>
                  <a:pt x="168703" y="141604"/>
                  <a:pt x="170425" y="139882"/>
                  <a:pt x="170425" y="137791"/>
                </a:cubicBezTo>
                <a:close/>
                <a:moveTo>
                  <a:pt x="168580" y="140333"/>
                </a:moveTo>
                <a:lnTo>
                  <a:pt x="167514" y="140333"/>
                </a:lnTo>
                <a:cubicBezTo>
                  <a:pt x="167473" y="140087"/>
                  <a:pt x="167309" y="138775"/>
                  <a:pt x="167309" y="138734"/>
                </a:cubicBezTo>
                <a:cubicBezTo>
                  <a:pt x="167227" y="138447"/>
                  <a:pt x="167145" y="138283"/>
                  <a:pt x="166776" y="138283"/>
                </a:cubicBezTo>
                <a:lnTo>
                  <a:pt x="165874" y="138283"/>
                </a:lnTo>
                <a:lnTo>
                  <a:pt x="165874" y="140333"/>
                </a:lnTo>
                <a:lnTo>
                  <a:pt x="164890" y="140333"/>
                </a:lnTo>
                <a:lnTo>
                  <a:pt x="164890" y="135209"/>
                </a:lnTo>
                <a:lnTo>
                  <a:pt x="166653" y="135209"/>
                </a:lnTo>
                <a:cubicBezTo>
                  <a:pt x="167268" y="135209"/>
                  <a:pt x="168457" y="135209"/>
                  <a:pt x="168457" y="136561"/>
                </a:cubicBezTo>
                <a:cubicBezTo>
                  <a:pt x="168457" y="137504"/>
                  <a:pt x="167842" y="137709"/>
                  <a:pt x="167473" y="137832"/>
                </a:cubicBezTo>
                <a:cubicBezTo>
                  <a:pt x="168170" y="137873"/>
                  <a:pt x="168211" y="138324"/>
                  <a:pt x="168334" y="138980"/>
                </a:cubicBezTo>
                <a:cubicBezTo>
                  <a:pt x="168375" y="139390"/>
                  <a:pt x="168457" y="140087"/>
                  <a:pt x="168580" y="140333"/>
                </a:cubicBezTo>
                <a:close/>
                <a:moveTo>
                  <a:pt x="167432" y="136725"/>
                </a:moveTo>
                <a:cubicBezTo>
                  <a:pt x="167432" y="136028"/>
                  <a:pt x="166940" y="136028"/>
                  <a:pt x="166694" y="136028"/>
                </a:cubicBezTo>
                <a:lnTo>
                  <a:pt x="165874" y="136028"/>
                </a:lnTo>
                <a:lnTo>
                  <a:pt x="165874" y="137463"/>
                </a:lnTo>
                <a:lnTo>
                  <a:pt x="166653" y="137463"/>
                </a:lnTo>
                <a:cubicBezTo>
                  <a:pt x="167309" y="137463"/>
                  <a:pt x="167432" y="137012"/>
                  <a:pt x="167432" y="136725"/>
                </a:cubicBezTo>
                <a:close/>
                <a:moveTo>
                  <a:pt x="56289" y="78305"/>
                </a:moveTo>
                <a:cubicBezTo>
                  <a:pt x="56289" y="77198"/>
                  <a:pt x="55715" y="76214"/>
                  <a:pt x="54772" y="75681"/>
                </a:cubicBezTo>
                <a:lnTo>
                  <a:pt x="29641" y="61209"/>
                </a:lnTo>
                <a:cubicBezTo>
                  <a:pt x="29231" y="60963"/>
                  <a:pt x="28739" y="60840"/>
                  <a:pt x="28247" y="60799"/>
                </a:cubicBezTo>
                <a:lnTo>
                  <a:pt x="28001" y="60799"/>
                </a:lnTo>
                <a:cubicBezTo>
                  <a:pt x="27509" y="60799"/>
                  <a:pt x="27058" y="60963"/>
                  <a:pt x="26607" y="61209"/>
                </a:cubicBezTo>
                <a:lnTo>
                  <a:pt x="1517" y="75681"/>
                </a:lnTo>
                <a:cubicBezTo>
                  <a:pt x="574" y="76214"/>
                  <a:pt x="0" y="77239"/>
                  <a:pt x="0" y="78305"/>
                </a:cubicBezTo>
                <a:lnTo>
                  <a:pt x="41" y="117252"/>
                </a:lnTo>
                <a:cubicBezTo>
                  <a:pt x="41" y="117785"/>
                  <a:pt x="328" y="118277"/>
                  <a:pt x="779" y="118564"/>
                </a:cubicBezTo>
                <a:cubicBezTo>
                  <a:pt x="1230" y="118851"/>
                  <a:pt x="1804" y="118851"/>
                  <a:pt x="2296" y="118564"/>
                </a:cubicBezTo>
                <a:lnTo>
                  <a:pt x="17219" y="109995"/>
                </a:lnTo>
                <a:cubicBezTo>
                  <a:pt x="18162" y="109421"/>
                  <a:pt x="18736" y="108437"/>
                  <a:pt x="18736" y="107371"/>
                </a:cubicBezTo>
                <a:lnTo>
                  <a:pt x="18736" y="89169"/>
                </a:lnTo>
                <a:cubicBezTo>
                  <a:pt x="18736" y="88103"/>
                  <a:pt x="19310" y="87078"/>
                  <a:pt x="20253" y="86545"/>
                </a:cubicBezTo>
                <a:lnTo>
                  <a:pt x="26607" y="82896"/>
                </a:lnTo>
                <a:cubicBezTo>
                  <a:pt x="27099" y="82609"/>
                  <a:pt x="27591" y="82486"/>
                  <a:pt x="28124" y="82486"/>
                </a:cubicBezTo>
                <a:cubicBezTo>
                  <a:pt x="28657" y="82486"/>
                  <a:pt x="29190" y="82609"/>
                  <a:pt x="29641" y="82896"/>
                </a:cubicBezTo>
                <a:lnTo>
                  <a:pt x="35995" y="86545"/>
                </a:lnTo>
                <a:cubicBezTo>
                  <a:pt x="36938" y="87078"/>
                  <a:pt x="37512" y="88103"/>
                  <a:pt x="37512" y="89169"/>
                </a:cubicBezTo>
                <a:lnTo>
                  <a:pt x="37512" y="107371"/>
                </a:lnTo>
                <a:cubicBezTo>
                  <a:pt x="37512" y="108437"/>
                  <a:pt x="38086" y="109462"/>
                  <a:pt x="39029" y="109995"/>
                </a:cubicBezTo>
                <a:lnTo>
                  <a:pt x="53952" y="118564"/>
                </a:lnTo>
                <a:cubicBezTo>
                  <a:pt x="54403" y="118851"/>
                  <a:pt x="55018" y="118851"/>
                  <a:pt x="55469" y="118564"/>
                </a:cubicBezTo>
                <a:cubicBezTo>
                  <a:pt x="55920" y="118318"/>
                  <a:pt x="56207" y="117785"/>
                  <a:pt x="56207" y="117252"/>
                </a:cubicBezTo>
                <a:lnTo>
                  <a:pt x="56289" y="78305"/>
                </a:lnTo>
                <a:close/>
                <a:moveTo>
                  <a:pt x="193711" y="35790"/>
                </a:moveTo>
                <a:lnTo>
                  <a:pt x="193711" y="108109"/>
                </a:lnTo>
                <a:cubicBezTo>
                  <a:pt x="193711" y="109175"/>
                  <a:pt x="193137" y="110200"/>
                  <a:pt x="192195" y="110733"/>
                </a:cubicBezTo>
                <a:lnTo>
                  <a:pt x="167063" y="125246"/>
                </a:lnTo>
                <a:cubicBezTo>
                  <a:pt x="166120" y="125779"/>
                  <a:pt x="164972" y="125779"/>
                  <a:pt x="164030" y="125246"/>
                </a:cubicBezTo>
                <a:lnTo>
                  <a:pt x="138898" y="110733"/>
                </a:lnTo>
                <a:cubicBezTo>
                  <a:pt x="137955" y="110200"/>
                  <a:pt x="137381" y="109175"/>
                  <a:pt x="137381" y="108109"/>
                </a:cubicBezTo>
                <a:lnTo>
                  <a:pt x="137381" y="79083"/>
                </a:lnTo>
                <a:cubicBezTo>
                  <a:pt x="137381" y="78018"/>
                  <a:pt x="137955" y="76993"/>
                  <a:pt x="138898" y="76460"/>
                </a:cubicBezTo>
                <a:lnTo>
                  <a:pt x="164030" y="61947"/>
                </a:lnTo>
                <a:cubicBezTo>
                  <a:pt x="164972" y="61414"/>
                  <a:pt x="166120" y="61414"/>
                  <a:pt x="167063" y="61947"/>
                </a:cubicBezTo>
                <a:lnTo>
                  <a:pt x="173336" y="65554"/>
                </a:lnTo>
                <a:cubicBezTo>
                  <a:pt x="174033" y="65964"/>
                  <a:pt x="174935" y="65431"/>
                  <a:pt x="174935" y="64652"/>
                </a:cubicBezTo>
                <a:lnTo>
                  <a:pt x="174935" y="26115"/>
                </a:lnTo>
                <a:cubicBezTo>
                  <a:pt x="174935" y="24967"/>
                  <a:pt x="176165" y="24229"/>
                  <a:pt x="177190" y="24803"/>
                </a:cubicBezTo>
                <a:lnTo>
                  <a:pt x="192154" y="33167"/>
                </a:lnTo>
                <a:cubicBezTo>
                  <a:pt x="193096" y="33659"/>
                  <a:pt x="193711" y="34684"/>
                  <a:pt x="193711" y="35790"/>
                </a:cubicBezTo>
                <a:close/>
                <a:moveTo>
                  <a:pt x="174853" y="88636"/>
                </a:moveTo>
                <a:cubicBezTo>
                  <a:pt x="174853" y="88349"/>
                  <a:pt x="174689" y="88103"/>
                  <a:pt x="174484" y="87980"/>
                </a:cubicBezTo>
                <a:lnTo>
                  <a:pt x="165874" y="82978"/>
                </a:lnTo>
                <a:cubicBezTo>
                  <a:pt x="165628" y="82855"/>
                  <a:pt x="165341" y="82855"/>
                  <a:pt x="165095" y="82978"/>
                </a:cubicBezTo>
                <a:lnTo>
                  <a:pt x="156486" y="87980"/>
                </a:lnTo>
                <a:cubicBezTo>
                  <a:pt x="156240" y="88103"/>
                  <a:pt x="156117" y="88349"/>
                  <a:pt x="156117" y="88636"/>
                </a:cubicBezTo>
                <a:lnTo>
                  <a:pt x="156117" y="98598"/>
                </a:lnTo>
                <a:cubicBezTo>
                  <a:pt x="156117" y="98885"/>
                  <a:pt x="156281" y="99131"/>
                  <a:pt x="156486" y="99254"/>
                </a:cubicBezTo>
                <a:lnTo>
                  <a:pt x="165095" y="104215"/>
                </a:lnTo>
                <a:cubicBezTo>
                  <a:pt x="165341" y="104338"/>
                  <a:pt x="165628" y="104338"/>
                  <a:pt x="165833" y="104215"/>
                </a:cubicBezTo>
                <a:lnTo>
                  <a:pt x="174443" y="99254"/>
                </a:lnTo>
                <a:cubicBezTo>
                  <a:pt x="174689" y="99131"/>
                  <a:pt x="174812" y="98885"/>
                  <a:pt x="174812" y="98598"/>
                </a:cubicBezTo>
                <a:lnTo>
                  <a:pt x="174812" y="88636"/>
                </a:lnTo>
                <a:lnTo>
                  <a:pt x="174853" y="88636"/>
                </a:lnTo>
                <a:close/>
                <a:moveTo>
                  <a:pt x="260865" y="88349"/>
                </a:moveTo>
                <a:cubicBezTo>
                  <a:pt x="261808" y="87816"/>
                  <a:pt x="262382" y="86791"/>
                  <a:pt x="262382" y="85725"/>
                </a:cubicBezTo>
                <a:lnTo>
                  <a:pt x="262382" y="78714"/>
                </a:lnTo>
                <a:cubicBezTo>
                  <a:pt x="262382" y="77649"/>
                  <a:pt x="261808" y="76624"/>
                  <a:pt x="260865" y="76091"/>
                </a:cubicBezTo>
                <a:lnTo>
                  <a:pt x="235897" y="61578"/>
                </a:lnTo>
                <a:cubicBezTo>
                  <a:pt x="234955" y="61045"/>
                  <a:pt x="233807" y="61045"/>
                  <a:pt x="232864" y="61578"/>
                </a:cubicBezTo>
                <a:lnTo>
                  <a:pt x="207732" y="76091"/>
                </a:lnTo>
                <a:cubicBezTo>
                  <a:pt x="206790" y="76624"/>
                  <a:pt x="206216" y="77649"/>
                  <a:pt x="206216" y="78714"/>
                </a:cubicBezTo>
                <a:lnTo>
                  <a:pt x="206216" y="107740"/>
                </a:lnTo>
                <a:cubicBezTo>
                  <a:pt x="206216" y="108847"/>
                  <a:pt x="206790" y="109831"/>
                  <a:pt x="207732" y="110364"/>
                </a:cubicBezTo>
                <a:lnTo>
                  <a:pt x="232700" y="124590"/>
                </a:lnTo>
                <a:cubicBezTo>
                  <a:pt x="233602" y="125123"/>
                  <a:pt x="234750" y="125123"/>
                  <a:pt x="235693" y="124590"/>
                </a:cubicBezTo>
                <a:lnTo>
                  <a:pt x="250779" y="116186"/>
                </a:lnTo>
                <a:cubicBezTo>
                  <a:pt x="251804" y="115612"/>
                  <a:pt x="251804" y="114136"/>
                  <a:pt x="250779" y="113562"/>
                </a:cubicBezTo>
                <a:lnTo>
                  <a:pt x="225484" y="99049"/>
                </a:lnTo>
                <a:cubicBezTo>
                  <a:pt x="224992" y="98762"/>
                  <a:pt x="224705" y="98270"/>
                  <a:pt x="224705" y="97737"/>
                </a:cubicBezTo>
                <a:lnTo>
                  <a:pt x="224705" y="88636"/>
                </a:lnTo>
                <a:cubicBezTo>
                  <a:pt x="224705" y="88103"/>
                  <a:pt x="224992" y="87611"/>
                  <a:pt x="225484" y="87324"/>
                </a:cubicBezTo>
                <a:lnTo>
                  <a:pt x="233356" y="82773"/>
                </a:lnTo>
                <a:cubicBezTo>
                  <a:pt x="233807" y="82486"/>
                  <a:pt x="234422" y="82486"/>
                  <a:pt x="234873" y="82773"/>
                </a:cubicBezTo>
                <a:lnTo>
                  <a:pt x="242744" y="87324"/>
                </a:lnTo>
                <a:cubicBezTo>
                  <a:pt x="243195" y="87611"/>
                  <a:pt x="243523" y="88103"/>
                  <a:pt x="243523" y="88636"/>
                </a:cubicBezTo>
                <a:lnTo>
                  <a:pt x="243523" y="95769"/>
                </a:lnTo>
                <a:cubicBezTo>
                  <a:pt x="243523" y="96917"/>
                  <a:pt x="244794" y="97655"/>
                  <a:pt x="245819" y="97081"/>
                </a:cubicBezTo>
                <a:lnTo>
                  <a:pt x="260865" y="88349"/>
                </a:lnTo>
                <a:close/>
                <a:moveTo>
                  <a:pt x="229174" y="89784"/>
                </a:moveTo>
                <a:cubicBezTo>
                  <a:pt x="229010" y="89907"/>
                  <a:pt x="228887" y="90071"/>
                  <a:pt x="228887" y="90276"/>
                </a:cubicBezTo>
                <a:lnTo>
                  <a:pt x="228887" y="95851"/>
                </a:lnTo>
                <a:cubicBezTo>
                  <a:pt x="228887" y="96056"/>
                  <a:pt x="229010" y="96261"/>
                  <a:pt x="229174" y="96343"/>
                </a:cubicBezTo>
                <a:lnTo>
                  <a:pt x="234012" y="99131"/>
                </a:lnTo>
                <a:cubicBezTo>
                  <a:pt x="234176" y="99254"/>
                  <a:pt x="234422" y="99254"/>
                  <a:pt x="234586" y="99131"/>
                </a:cubicBezTo>
                <a:lnTo>
                  <a:pt x="239423" y="96343"/>
                </a:lnTo>
                <a:cubicBezTo>
                  <a:pt x="239587" y="96220"/>
                  <a:pt x="239710" y="96056"/>
                  <a:pt x="239710" y="95851"/>
                </a:cubicBezTo>
                <a:lnTo>
                  <a:pt x="239710" y="90276"/>
                </a:lnTo>
                <a:cubicBezTo>
                  <a:pt x="239710" y="90071"/>
                  <a:pt x="239587" y="89866"/>
                  <a:pt x="239423" y="89784"/>
                </a:cubicBezTo>
                <a:lnTo>
                  <a:pt x="234586" y="86996"/>
                </a:lnTo>
                <a:cubicBezTo>
                  <a:pt x="234422" y="86873"/>
                  <a:pt x="234176" y="86873"/>
                  <a:pt x="234012" y="86996"/>
                </a:cubicBezTo>
                <a:lnTo>
                  <a:pt x="229174" y="89784"/>
                </a:lnTo>
                <a:close/>
                <a:moveTo>
                  <a:pt x="124959" y="107617"/>
                </a:moveTo>
                <a:lnTo>
                  <a:pt x="124959" y="78755"/>
                </a:lnTo>
                <a:cubicBezTo>
                  <a:pt x="124959" y="77690"/>
                  <a:pt x="124303" y="76665"/>
                  <a:pt x="123360" y="76132"/>
                </a:cubicBezTo>
                <a:lnTo>
                  <a:pt x="98311" y="61701"/>
                </a:lnTo>
                <a:cubicBezTo>
                  <a:pt x="97450" y="61209"/>
                  <a:pt x="96261" y="61127"/>
                  <a:pt x="95277" y="61701"/>
                </a:cubicBezTo>
                <a:lnTo>
                  <a:pt x="70228" y="76132"/>
                </a:lnTo>
                <a:cubicBezTo>
                  <a:pt x="69285" y="76665"/>
                  <a:pt x="68629" y="77649"/>
                  <a:pt x="68629" y="78755"/>
                </a:cubicBezTo>
                <a:lnTo>
                  <a:pt x="68629" y="107617"/>
                </a:lnTo>
                <a:cubicBezTo>
                  <a:pt x="68629" y="108765"/>
                  <a:pt x="69408" y="109749"/>
                  <a:pt x="70269" y="110241"/>
                </a:cubicBezTo>
                <a:lnTo>
                  <a:pt x="95359" y="124672"/>
                </a:lnTo>
                <a:cubicBezTo>
                  <a:pt x="96343" y="125246"/>
                  <a:pt x="97491" y="125205"/>
                  <a:pt x="98393" y="124672"/>
                </a:cubicBezTo>
                <a:lnTo>
                  <a:pt x="123401" y="110241"/>
                </a:lnTo>
                <a:cubicBezTo>
                  <a:pt x="124139" y="109831"/>
                  <a:pt x="124672" y="109134"/>
                  <a:pt x="124877" y="108314"/>
                </a:cubicBezTo>
                <a:cubicBezTo>
                  <a:pt x="124918" y="108109"/>
                  <a:pt x="124959" y="107863"/>
                  <a:pt x="124959" y="107617"/>
                </a:cubicBezTo>
                <a:close/>
                <a:moveTo>
                  <a:pt x="94498" y="56412"/>
                </a:moveTo>
                <a:lnTo>
                  <a:pt x="94170" y="56617"/>
                </a:lnTo>
                <a:lnTo>
                  <a:pt x="94621" y="56617"/>
                </a:lnTo>
                <a:lnTo>
                  <a:pt x="94498" y="56412"/>
                </a:lnTo>
                <a:close/>
                <a:moveTo>
                  <a:pt x="125738" y="109790"/>
                </a:moveTo>
                <a:lnTo>
                  <a:pt x="125574" y="109503"/>
                </a:lnTo>
                <a:lnTo>
                  <a:pt x="125574" y="109872"/>
                </a:lnTo>
                <a:lnTo>
                  <a:pt x="125738" y="109790"/>
                </a:ln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67019" y="2868706"/>
            <a:ext cx="603478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9684" y="3148580"/>
            <a:ext cx="3891994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Node.js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9684" y="3358485"/>
            <a:ext cx="3891994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1E293B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 server-side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2255" y="3778296"/>
            <a:ext cx="4128138" cy="944574"/>
          </a:xfrm>
          <a:custGeom>
            <a:avLst/>
            <a:gdLst/>
            <a:ahLst/>
            <a:cxnLst/>
            <a:rect l="l" t="t" r="r" b="b"/>
            <a:pathLst>
              <a:path w="4128138" h="944574">
                <a:moveTo>
                  <a:pt x="34984" y="0"/>
                </a:moveTo>
                <a:lnTo>
                  <a:pt x="4023186" y="0"/>
                </a:lnTo>
                <a:cubicBezTo>
                  <a:pt x="4081149" y="0"/>
                  <a:pt x="4128138" y="46988"/>
                  <a:pt x="4128138" y="104952"/>
                </a:cubicBezTo>
                <a:lnTo>
                  <a:pt x="4128138" y="839622"/>
                </a:lnTo>
                <a:cubicBezTo>
                  <a:pt x="4128138" y="897585"/>
                  <a:pt x="4081149" y="944574"/>
                  <a:pt x="4023186" y="944574"/>
                </a:cubicBezTo>
                <a:lnTo>
                  <a:pt x="34984" y="944574"/>
                </a:lnTo>
                <a:cubicBezTo>
                  <a:pt x="15663" y="944574"/>
                  <a:pt x="0" y="928911"/>
                  <a:pt x="0" y="909590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gradFill flip="none" rotWithShape="1">
            <a:gsLst>
              <a:gs pos="0">
                <a:srgbClr val="0EA5E9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2255" y="3778296"/>
            <a:ext cx="34984" cy="944574"/>
          </a:xfrm>
          <a:custGeom>
            <a:avLst/>
            <a:gdLst/>
            <a:ahLst/>
            <a:cxnLst/>
            <a:rect l="l" t="t" r="r" b="b"/>
            <a:pathLst>
              <a:path w="34984" h="944574">
                <a:moveTo>
                  <a:pt x="34984" y="0"/>
                </a:moveTo>
                <a:lnTo>
                  <a:pt x="34984" y="0"/>
                </a:lnTo>
                <a:lnTo>
                  <a:pt x="34984" y="944574"/>
                </a:lnTo>
                <a:lnTo>
                  <a:pt x="34984" y="944574"/>
                </a:lnTo>
                <a:cubicBezTo>
                  <a:pt x="15663" y="944574"/>
                  <a:pt x="0" y="928911"/>
                  <a:pt x="0" y="909590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9042" y="3918232"/>
            <a:ext cx="183667" cy="209905"/>
          </a:xfrm>
          <a:custGeom>
            <a:avLst/>
            <a:gdLst/>
            <a:ahLst/>
            <a:cxnLst/>
            <a:rect l="l" t="t" r="r" b="b"/>
            <a:pathLst>
              <a:path w="183667" h="209905">
                <a:moveTo>
                  <a:pt x="183667" y="84372"/>
                </a:moveTo>
                <a:cubicBezTo>
                  <a:pt x="177600" y="88390"/>
                  <a:pt x="170630" y="91629"/>
                  <a:pt x="163374" y="94211"/>
                </a:cubicBezTo>
                <a:cubicBezTo>
                  <a:pt x="144105" y="101099"/>
                  <a:pt x="118810" y="104953"/>
                  <a:pt x="91834" y="104953"/>
                </a:cubicBezTo>
                <a:cubicBezTo>
                  <a:pt x="64857" y="104953"/>
                  <a:pt x="39521" y="101058"/>
                  <a:pt x="20294" y="94211"/>
                </a:cubicBezTo>
                <a:cubicBezTo>
                  <a:pt x="13078" y="91629"/>
                  <a:pt x="6068" y="88390"/>
                  <a:pt x="0" y="84372"/>
                </a:cubicBezTo>
                <a:lnTo>
                  <a:pt x="0" y="118072"/>
                </a:lnTo>
                <a:cubicBezTo>
                  <a:pt x="0" y="136192"/>
                  <a:pt x="41120" y="150869"/>
                  <a:pt x="91834" y="150869"/>
                </a:cubicBezTo>
                <a:cubicBezTo>
                  <a:pt x="142547" y="150869"/>
                  <a:pt x="183667" y="136192"/>
                  <a:pt x="183667" y="118072"/>
                </a:cubicBezTo>
                <a:lnTo>
                  <a:pt x="183667" y="84372"/>
                </a:lnTo>
                <a:close/>
                <a:moveTo>
                  <a:pt x="183667" y="52476"/>
                </a:moveTo>
                <a:lnTo>
                  <a:pt x="183667" y="32798"/>
                </a:lnTo>
                <a:cubicBezTo>
                  <a:pt x="183667" y="14677"/>
                  <a:pt x="142547" y="0"/>
                  <a:pt x="91834" y="0"/>
                </a:cubicBezTo>
                <a:cubicBezTo>
                  <a:pt x="41120" y="0"/>
                  <a:pt x="0" y="14677"/>
                  <a:pt x="0" y="32798"/>
                </a:cubicBezTo>
                <a:lnTo>
                  <a:pt x="0" y="52476"/>
                </a:lnTo>
                <a:cubicBezTo>
                  <a:pt x="0" y="70597"/>
                  <a:pt x="41120" y="85274"/>
                  <a:pt x="91834" y="85274"/>
                </a:cubicBezTo>
                <a:cubicBezTo>
                  <a:pt x="142547" y="85274"/>
                  <a:pt x="183667" y="70597"/>
                  <a:pt x="183667" y="52476"/>
                </a:cubicBezTo>
                <a:close/>
                <a:moveTo>
                  <a:pt x="163374" y="159807"/>
                </a:moveTo>
                <a:cubicBezTo>
                  <a:pt x="144146" y="166653"/>
                  <a:pt x="118851" y="170548"/>
                  <a:pt x="91834" y="170548"/>
                </a:cubicBezTo>
                <a:cubicBezTo>
                  <a:pt x="64816" y="170548"/>
                  <a:pt x="39521" y="166653"/>
                  <a:pt x="20294" y="159807"/>
                </a:cubicBezTo>
                <a:cubicBezTo>
                  <a:pt x="13078" y="157224"/>
                  <a:pt x="6068" y="153985"/>
                  <a:pt x="0" y="149968"/>
                </a:cubicBezTo>
                <a:lnTo>
                  <a:pt x="0" y="177108"/>
                </a:lnTo>
                <a:cubicBezTo>
                  <a:pt x="0" y="195228"/>
                  <a:pt x="41120" y="209905"/>
                  <a:pt x="91834" y="209905"/>
                </a:cubicBezTo>
                <a:cubicBezTo>
                  <a:pt x="142547" y="209905"/>
                  <a:pt x="183667" y="195228"/>
                  <a:pt x="183667" y="177108"/>
                </a:cubicBezTo>
                <a:lnTo>
                  <a:pt x="183667" y="149968"/>
                </a:lnTo>
                <a:cubicBezTo>
                  <a:pt x="177600" y="153985"/>
                  <a:pt x="170630" y="157224"/>
                  <a:pt x="163374" y="159807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67019" y="3918232"/>
            <a:ext cx="655954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9684" y="4198106"/>
            <a:ext cx="3891994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9684" y="4408011"/>
            <a:ext cx="3891994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1E293B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Reliable data storage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49842" y="5037727"/>
            <a:ext cx="4495472" cy="1434353"/>
          </a:xfrm>
          <a:custGeom>
            <a:avLst/>
            <a:gdLst/>
            <a:ahLst/>
            <a:cxnLst/>
            <a:rect l="l" t="t" r="r" b="b"/>
            <a:pathLst>
              <a:path w="4495472" h="1434353">
                <a:moveTo>
                  <a:pt x="139935" y="0"/>
                </a:moveTo>
                <a:lnTo>
                  <a:pt x="4355537" y="0"/>
                </a:lnTo>
                <a:cubicBezTo>
                  <a:pt x="4432821" y="0"/>
                  <a:pt x="4495472" y="62651"/>
                  <a:pt x="4495472" y="139935"/>
                </a:cubicBezTo>
                <a:lnTo>
                  <a:pt x="4495472" y="1294417"/>
                </a:lnTo>
                <a:cubicBezTo>
                  <a:pt x="4495472" y="1371702"/>
                  <a:pt x="4432821" y="1434353"/>
                  <a:pt x="4355537" y="1434353"/>
                </a:cubicBezTo>
                <a:lnTo>
                  <a:pt x="139935" y="1434353"/>
                </a:lnTo>
                <a:cubicBezTo>
                  <a:pt x="62651" y="1434353"/>
                  <a:pt x="0" y="1371702"/>
                  <a:pt x="0" y="1294417"/>
                </a:cubicBezTo>
                <a:lnTo>
                  <a:pt x="0" y="139935"/>
                </a:lnTo>
                <a:cubicBezTo>
                  <a:pt x="0" y="62703"/>
                  <a:pt x="62703" y="0"/>
                  <a:pt x="139935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/>
              </a:gs>
              <a:gs pos="100000">
                <a:srgbClr val="059669"/>
              </a:gs>
            </a:gsLst>
            <a:lin ang="2700000" scaled="1"/>
          </a:gradFill>
          <a:ln/>
          <a:effectLst>
            <a:outerShdw blurRad="218651" dist="17492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51001" y="5230141"/>
            <a:ext cx="209905" cy="209905"/>
          </a:xfrm>
          <a:custGeom>
            <a:avLst/>
            <a:gdLst/>
            <a:ahLst/>
            <a:cxnLst/>
            <a:rect l="l" t="t" r="r" b="b"/>
            <a:pathLst>
              <a:path w="209905" h="209905">
                <a:moveTo>
                  <a:pt x="196827" y="78714"/>
                </a:moveTo>
                <a:lnTo>
                  <a:pt x="200066" y="78714"/>
                </a:lnTo>
                <a:cubicBezTo>
                  <a:pt x="205519" y="78714"/>
                  <a:pt x="209905" y="74328"/>
                  <a:pt x="209905" y="68875"/>
                </a:cubicBezTo>
                <a:lnTo>
                  <a:pt x="209905" y="9839"/>
                </a:lnTo>
                <a:cubicBezTo>
                  <a:pt x="209905" y="5863"/>
                  <a:pt x="207527" y="2255"/>
                  <a:pt x="203838" y="738"/>
                </a:cubicBezTo>
                <a:cubicBezTo>
                  <a:pt x="200148" y="-779"/>
                  <a:pt x="195925" y="82"/>
                  <a:pt x="193096" y="2870"/>
                </a:cubicBezTo>
                <a:lnTo>
                  <a:pt x="171901" y="24106"/>
                </a:lnTo>
                <a:cubicBezTo>
                  <a:pt x="153739" y="9060"/>
                  <a:pt x="130371" y="0"/>
                  <a:pt x="104953" y="0"/>
                </a:cubicBezTo>
                <a:cubicBezTo>
                  <a:pt x="52066" y="0"/>
                  <a:pt x="8322" y="39111"/>
                  <a:pt x="1066" y="89989"/>
                </a:cubicBezTo>
                <a:cubicBezTo>
                  <a:pt x="41" y="97163"/>
                  <a:pt x="5002" y="103805"/>
                  <a:pt x="12176" y="104830"/>
                </a:cubicBezTo>
                <a:cubicBezTo>
                  <a:pt x="19351" y="105855"/>
                  <a:pt x="25992" y="100853"/>
                  <a:pt x="27017" y="93719"/>
                </a:cubicBezTo>
                <a:cubicBezTo>
                  <a:pt x="32470" y="55551"/>
                  <a:pt x="65308" y="26238"/>
                  <a:pt x="104953" y="26238"/>
                </a:cubicBezTo>
                <a:cubicBezTo>
                  <a:pt x="123155" y="26238"/>
                  <a:pt x="139882" y="32388"/>
                  <a:pt x="153206" y="42760"/>
                </a:cubicBezTo>
                <a:lnTo>
                  <a:pt x="134061" y="61906"/>
                </a:lnTo>
                <a:cubicBezTo>
                  <a:pt x="131232" y="64734"/>
                  <a:pt x="130412" y="68957"/>
                  <a:pt x="131929" y="72647"/>
                </a:cubicBezTo>
                <a:cubicBezTo>
                  <a:pt x="133446" y="76337"/>
                  <a:pt x="137053" y="78714"/>
                  <a:pt x="141030" y="78714"/>
                </a:cubicBezTo>
                <a:lnTo>
                  <a:pt x="196827" y="78714"/>
                </a:lnTo>
                <a:close/>
                <a:moveTo>
                  <a:pt x="208880" y="119917"/>
                </a:moveTo>
                <a:cubicBezTo>
                  <a:pt x="209905" y="112742"/>
                  <a:pt x="204904" y="106101"/>
                  <a:pt x="197770" y="105076"/>
                </a:cubicBezTo>
                <a:cubicBezTo>
                  <a:pt x="190637" y="104051"/>
                  <a:pt x="183954" y="109052"/>
                  <a:pt x="182929" y="116186"/>
                </a:cubicBezTo>
                <a:cubicBezTo>
                  <a:pt x="177477" y="154313"/>
                  <a:pt x="144638" y="183626"/>
                  <a:pt x="104994" y="183626"/>
                </a:cubicBezTo>
                <a:cubicBezTo>
                  <a:pt x="86791" y="183626"/>
                  <a:pt x="70064" y="177477"/>
                  <a:pt x="56740" y="167104"/>
                </a:cubicBezTo>
                <a:lnTo>
                  <a:pt x="75845" y="148000"/>
                </a:lnTo>
                <a:cubicBezTo>
                  <a:pt x="78673" y="145171"/>
                  <a:pt x="79493" y="140948"/>
                  <a:pt x="77977" y="137258"/>
                </a:cubicBezTo>
                <a:cubicBezTo>
                  <a:pt x="76460" y="133569"/>
                  <a:pt x="72852" y="131191"/>
                  <a:pt x="68875" y="131191"/>
                </a:cubicBezTo>
                <a:lnTo>
                  <a:pt x="9839" y="131191"/>
                </a:lnTo>
                <a:cubicBezTo>
                  <a:pt x="4387" y="131191"/>
                  <a:pt x="0" y="135578"/>
                  <a:pt x="0" y="141030"/>
                </a:cubicBezTo>
                <a:lnTo>
                  <a:pt x="0" y="200066"/>
                </a:lnTo>
                <a:cubicBezTo>
                  <a:pt x="0" y="204043"/>
                  <a:pt x="2378" y="207650"/>
                  <a:pt x="6068" y="209167"/>
                </a:cubicBezTo>
                <a:cubicBezTo>
                  <a:pt x="9757" y="210684"/>
                  <a:pt x="13980" y="209823"/>
                  <a:pt x="16809" y="207036"/>
                </a:cubicBezTo>
                <a:lnTo>
                  <a:pt x="38045" y="185799"/>
                </a:lnTo>
                <a:cubicBezTo>
                  <a:pt x="56166" y="200845"/>
                  <a:pt x="79534" y="209905"/>
                  <a:pt x="104953" y="209905"/>
                </a:cubicBezTo>
                <a:cubicBezTo>
                  <a:pt x="157839" y="209905"/>
                  <a:pt x="201583" y="170794"/>
                  <a:pt x="208839" y="11991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92098" y="5212648"/>
            <a:ext cx="1390623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Agile Methodology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24763" y="5562491"/>
            <a:ext cx="4215598" cy="454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2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2-week sprints for iterative development with continuous feedback and adaptation.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42255" y="6148476"/>
            <a:ext cx="122445" cy="122445"/>
          </a:xfrm>
          <a:custGeom>
            <a:avLst/>
            <a:gdLst/>
            <a:ahLst/>
            <a:cxnLst/>
            <a:rect l="l" t="t" r="r" b="b"/>
            <a:pathLst>
              <a:path w="122445" h="122445">
                <a:moveTo>
                  <a:pt x="61222" y="122445"/>
                </a:moveTo>
                <a:cubicBezTo>
                  <a:pt x="95012" y="122445"/>
                  <a:pt x="122445" y="95012"/>
                  <a:pt x="122445" y="61222"/>
                </a:cubicBezTo>
                <a:cubicBezTo>
                  <a:pt x="122445" y="27433"/>
                  <a:pt x="95012" y="0"/>
                  <a:pt x="61222" y="0"/>
                </a:cubicBezTo>
                <a:cubicBezTo>
                  <a:pt x="27433" y="0"/>
                  <a:pt x="0" y="27433"/>
                  <a:pt x="0" y="61222"/>
                </a:cubicBezTo>
                <a:cubicBezTo>
                  <a:pt x="0" y="95012"/>
                  <a:pt x="27433" y="122445"/>
                  <a:pt x="61222" y="122445"/>
                </a:cubicBezTo>
                <a:close/>
                <a:moveTo>
                  <a:pt x="81407" y="50867"/>
                </a:moveTo>
                <a:lnTo>
                  <a:pt x="62275" y="81478"/>
                </a:lnTo>
                <a:cubicBezTo>
                  <a:pt x="61270" y="83081"/>
                  <a:pt x="59548" y="84085"/>
                  <a:pt x="57659" y="84181"/>
                </a:cubicBezTo>
                <a:cubicBezTo>
                  <a:pt x="55770" y="84276"/>
                  <a:pt x="53952" y="83415"/>
                  <a:pt x="52828" y="81885"/>
                </a:cubicBezTo>
                <a:lnTo>
                  <a:pt x="41349" y="66579"/>
                </a:lnTo>
                <a:cubicBezTo>
                  <a:pt x="39436" y="64044"/>
                  <a:pt x="39962" y="60457"/>
                  <a:pt x="42497" y="58544"/>
                </a:cubicBezTo>
                <a:cubicBezTo>
                  <a:pt x="45032" y="56631"/>
                  <a:pt x="48619" y="57157"/>
                  <a:pt x="50532" y="59692"/>
                </a:cubicBezTo>
                <a:lnTo>
                  <a:pt x="56989" y="68301"/>
                </a:lnTo>
                <a:lnTo>
                  <a:pt x="71673" y="44793"/>
                </a:lnTo>
                <a:cubicBezTo>
                  <a:pt x="73347" y="42114"/>
                  <a:pt x="76887" y="41277"/>
                  <a:pt x="79589" y="42975"/>
                </a:cubicBezTo>
                <a:cubicBezTo>
                  <a:pt x="82291" y="44673"/>
                  <a:pt x="83105" y="48189"/>
                  <a:pt x="81407" y="5089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47788" y="6122238"/>
            <a:ext cx="1067019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Flexible &amp; adaptive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015862" y="1119495"/>
            <a:ext cx="6821923" cy="5737412"/>
          </a:xfrm>
          <a:custGeom>
            <a:avLst/>
            <a:gdLst/>
            <a:ahLst/>
            <a:cxnLst/>
            <a:rect l="l" t="t" r="r" b="b"/>
            <a:pathLst>
              <a:path w="6821923" h="5737412">
                <a:moveTo>
                  <a:pt x="139935" y="0"/>
                </a:moveTo>
                <a:lnTo>
                  <a:pt x="6681987" y="0"/>
                </a:lnTo>
                <a:cubicBezTo>
                  <a:pt x="6759271" y="0"/>
                  <a:pt x="6821923" y="62651"/>
                  <a:pt x="6821923" y="139935"/>
                </a:cubicBezTo>
                <a:lnTo>
                  <a:pt x="6821923" y="5597476"/>
                </a:lnTo>
                <a:cubicBezTo>
                  <a:pt x="6821923" y="5674761"/>
                  <a:pt x="6759271" y="5737412"/>
                  <a:pt x="6681987" y="5737412"/>
                </a:cubicBezTo>
                <a:lnTo>
                  <a:pt x="139935" y="5737412"/>
                </a:lnTo>
                <a:cubicBezTo>
                  <a:pt x="62651" y="5737412"/>
                  <a:pt x="0" y="5674761"/>
                  <a:pt x="0" y="5597476"/>
                </a:cubicBezTo>
                <a:lnTo>
                  <a:pt x="0" y="139935"/>
                </a:lnTo>
                <a:cubicBezTo>
                  <a:pt x="0" y="62703"/>
                  <a:pt x="62703" y="0"/>
                  <a:pt x="13993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191" dist="8746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247633" y="1364385"/>
            <a:ext cx="174921" cy="174921"/>
          </a:xfrm>
          <a:custGeom>
            <a:avLst/>
            <a:gdLst/>
            <a:ahLst/>
            <a:cxnLst/>
            <a:rect l="l" t="t" r="r" b="b"/>
            <a:pathLst>
              <a:path w="174921" h="174921">
                <a:moveTo>
                  <a:pt x="174921" y="32798"/>
                </a:moveTo>
                <a:cubicBezTo>
                  <a:pt x="174921" y="49948"/>
                  <a:pt x="154730" y="75537"/>
                  <a:pt x="146018" y="85752"/>
                </a:cubicBezTo>
                <a:cubicBezTo>
                  <a:pt x="144720" y="87256"/>
                  <a:pt x="142807" y="87836"/>
                  <a:pt x="141064" y="87461"/>
                </a:cubicBezTo>
                <a:lnTo>
                  <a:pt x="109326" y="87461"/>
                </a:lnTo>
                <a:cubicBezTo>
                  <a:pt x="103279" y="87461"/>
                  <a:pt x="98393" y="92346"/>
                  <a:pt x="98393" y="98393"/>
                </a:cubicBezTo>
                <a:cubicBezTo>
                  <a:pt x="98393" y="104440"/>
                  <a:pt x="103279" y="109326"/>
                  <a:pt x="109326" y="109326"/>
                </a:cubicBezTo>
                <a:lnTo>
                  <a:pt x="142123" y="109326"/>
                </a:lnTo>
                <a:cubicBezTo>
                  <a:pt x="160230" y="109326"/>
                  <a:pt x="174921" y="124016"/>
                  <a:pt x="174921" y="142123"/>
                </a:cubicBezTo>
                <a:cubicBezTo>
                  <a:pt x="174921" y="160230"/>
                  <a:pt x="160230" y="174921"/>
                  <a:pt x="142123" y="174921"/>
                </a:cubicBezTo>
                <a:lnTo>
                  <a:pt x="47693" y="174921"/>
                </a:lnTo>
                <a:cubicBezTo>
                  <a:pt x="50666" y="171539"/>
                  <a:pt x="54287" y="167200"/>
                  <a:pt x="57943" y="162349"/>
                </a:cubicBezTo>
                <a:cubicBezTo>
                  <a:pt x="60095" y="159479"/>
                  <a:pt x="62316" y="156336"/>
                  <a:pt x="64434" y="153056"/>
                </a:cubicBezTo>
                <a:lnTo>
                  <a:pt x="142123" y="153056"/>
                </a:lnTo>
                <a:cubicBezTo>
                  <a:pt x="148170" y="153056"/>
                  <a:pt x="153056" y="148170"/>
                  <a:pt x="153056" y="142123"/>
                </a:cubicBezTo>
                <a:cubicBezTo>
                  <a:pt x="153056" y="136076"/>
                  <a:pt x="148170" y="131191"/>
                  <a:pt x="142123" y="131191"/>
                </a:cubicBezTo>
                <a:lnTo>
                  <a:pt x="109326" y="131191"/>
                </a:lnTo>
                <a:cubicBezTo>
                  <a:pt x="91219" y="131191"/>
                  <a:pt x="76528" y="116500"/>
                  <a:pt x="76528" y="98393"/>
                </a:cubicBezTo>
                <a:cubicBezTo>
                  <a:pt x="76528" y="80286"/>
                  <a:pt x="91219" y="65595"/>
                  <a:pt x="109326" y="65595"/>
                </a:cubicBezTo>
                <a:lnTo>
                  <a:pt x="122923" y="65595"/>
                </a:lnTo>
                <a:cubicBezTo>
                  <a:pt x="115749" y="54834"/>
                  <a:pt x="109326" y="42466"/>
                  <a:pt x="109326" y="32798"/>
                </a:cubicBezTo>
                <a:cubicBezTo>
                  <a:pt x="109326" y="14691"/>
                  <a:pt x="124016" y="0"/>
                  <a:pt x="142123" y="0"/>
                </a:cubicBezTo>
                <a:cubicBezTo>
                  <a:pt x="160230" y="0"/>
                  <a:pt x="174921" y="14691"/>
                  <a:pt x="174921" y="32798"/>
                </a:cubicBezTo>
                <a:close/>
                <a:moveTo>
                  <a:pt x="40006" y="167097"/>
                </a:moveTo>
                <a:cubicBezTo>
                  <a:pt x="38708" y="168567"/>
                  <a:pt x="37547" y="169865"/>
                  <a:pt x="36556" y="170958"/>
                </a:cubicBezTo>
                <a:lnTo>
                  <a:pt x="35941" y="171641"/>
                </a:lnTo>
                <a:lnTo>
                  <a:pt x="35872" y="171573"/>
                </a:lnTo>
                <a:cubicBezTo>
                  <a:pt x="33823" y="173145"/>
                  <a:pt x="30885" y="172940"/>
                  <a:pt x="29040" y="170958"/>
                </a:cubicBezTo>
                <a:cubicBezTo>
                  <a:pt x="20430" y="161597"/>
                  <a:pt x="0" y="137511"/>
                  <a:pt x="0" y="120258"/>
                </a:cubicBezTo>
                <a:cubicBezTo>
                  <a:pt x="0" y="102151"/>
                  <a:pt x="14691" y="87461"/>
                  <a:pt x="32798" y="87461"/>
                </a:cubicBezTo>
                <a:cubicBezTo>
                  <a:pt x="50905" y="87461"/>
                  <a:pt x="65595" y="102151"/>
                  <a:pt x="65595" y="120258"/>
                </a:cubicBezTo>
                <a:cubicBezTo>
                  <a:pt x="65595" y="130508"/>
                  <a:pt x="58387" y="143148"/>
                  <a:pt x="50734" y="153705"/>
                </a:cubicBezTo>
                <a:cubicBezTo>
                  <a:pt x="47078" y="158727"/>
                  <a:pt x="43320" y="163271"/>
                  <a:pt x="40211" y="166858"/>
                </a:cubicBezTo>
                <a:lnTo>
                  <a:pt x="40006" y="167097"/>
                </a:lnTo>
                <a:close/>
                <a:moveTo>
                  <a:pt x="43730" y="120258"/>
                </a:moveTo>
                <a:cubicBezTo>
                  <a:pt x="43730" y="114224"/>
                  <a:pt x="38832" y="109326"/>
                  <a:pt x="32798" y="109326"/>
                </a:cubicBezTo>
                <a:cubicBezTo>
                  <a:pt x="26764" y="109326"/>
                  <a:pt x="21865" y="114224"/>
                  <a:pt x="21865" y="120258"/>
                </a:cubicBezTo>
                <a:cubicBezTo>
                  <a:pt x="21865" y="126292"/>
                  <a:pt x="26764" y="131191"/>
                  <a:pt x="32798" y="131191"/>
                </a:cubicBezTo>
                <a:cubicBezTo>
                  <a:pt x="38832" y="131191"/>
                  <a:pt x="43730" y="126292"/>
                  <a:pt x="43730" y="120258"/>
                </a:cubicBezTo>
                <a:close/>
                <a:moveTo>
                  <a:pt x="142123" y="43730"/>
                </a:moveTo>
                <a:cubicBezTo>
                  <a:pt x="148157" y="43730"/>
                  <a:pt x="153056" y="38832"/>
                  <a:pt x="153056" y="32798"/>
                </a:cubicBezTo>
                <a:cubicBezTo>
                  <a:pt x="153056" y="26764"/>
                  <a:pt x="148157" y="21865"/>
                  <a:pt x="142123" y="21865"/>
                </a:cubicBezTo>
                <a:cubicBezTo>
                  <a:pt x="136090" y="21865"/>
                  <a:pt x="131191" y="26764"/>
                  <a:pt x="131191" y="32798"/>
                </a:cubicBezTo>
                <a:cubicBezTo>
                  <a:pt x="131191" y="38832"/>
                  <a:pt x="136090" y="43730"/>
                  <a:pt x="142123" y="43730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44419" y="1329400"/>
            <a:ext cx="6270921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Workflow Process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505641" y="1749211"/>
            <a:ext cx="34984" cy="4897791"/>
          </a:xfrm>
          <a:custGeom>
            <a:avLst/>
            <a:gdLst/>
            <a:ahLst/>
            <a:cxnLst/>
            <a:rect l="l" t="t" r="r" b="b"/>
            <a:pathLst>
              <a:path w="34984" h="4897791">
                <a:moveTo>
                  <a:pt x="0" y="0"/>
                </a:moveTo>
                <a:lnTo>
                  <a:pt x="34984" y="0"/>
                </a:lnTo>
                <a:lnTo>
                  <a:pt x="34984" y="4897791"/>
                </a:lnTo>
                <a:lnTo>
                  <a:pt x="0" y="489779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563EB"/>
              </a:gs>
              <a:gs pos="0">
                <a:srgbClr val="FFFFFF"/>
              </a:gs>
              <a:gs pos="50000">
                <a:srgbClr val="7C3AED"/>
              </a:gs>
              <a:gs pos="100000">
                <a:srgbClr val="0EA5E9"/>
              </a:gs>
            </a:gsLst>
            <a:lin ang="54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225768" y="1749211"/>
            <a:ext cx="559747" cy="559747"/>
          </a:xfrm>
          <a:custGeom>
            <a:avLst/>
            <a:gdLst/>
            <a:ahLst/>
            <a:cxnLst/>
            <a:rect l="l" t="t" r="r" b="b"/>
            <a:pathLst>
              <a:path w="559747" h="559747">
                <a:moveTo>
                  <a:pt x="104953" y="0"/>
                </a:moveTo>
                <a:lnTo>
                  <a:pt x="454795" y="0"/>
                </a:lnTo>
                <a:cubicBezTo>
                  <a:pt x="512720" y="0"/>
                  <a:pt x="559747" y="47028"/>
                  <a:pt x="559747" y="104953"/>
                </a:cubicBezTo>
                <a:lnTo>
                  <a:pt x="559747" y="454795"/>
                </a:lnTo>
                <a:cubicBezTo>
                  <a:pt x="559747" y="512720"/>
                  <a:pt x="512720" y="559747"/>
                  <a:pt x="454795" y="559747"/>
                </a:cubicBezTo>
                <a:lnTo>
                  <a:pt x="104953" y="559747"/>
                </a:lnTo>
                <a:cubicBezTo>
                  <a:pt x="47028" y="559747"/>
                  <a:pt x="0" y="512720"/>
                  <a:pt x="0" y="454795"/>
                </a:cubicBezTo>
                <a:lnTo>
                  <a:pt x="0" y="104953"/>
                </a:lnTo>
                <a:cubicBezTo>
                  <a:pt x="0" y="47028"/>
                  <a:pt x="47028" y="0"/>
                  <a:pt x="104953" y="0"/>
                </a:cubicBezTo>
                <a:close/>
              </a:path>
            </a:pathLst>
          </a:custGeom>
          <a:gradFill flip="none" rotWithShape="1"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  <a:effectLst>
            <a:outerShdw blurRad="131191" dist="8746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396316" y="1941624"/>
            <a:ext cx="218651" cy="174921"/>
          </a:xfrm>
          <a:custGeom>
            <a:avLst/>
            <a:gdLst/>
            <a:ahLst/>
            <a:cxnLst/>
            <a:rect l="l" t="t" r="r" b="b"/>
            <a:pathLst>
              <a:path w="218651" h="174921">
                <a:moveTo>
                  <a:pt x="46463" y="43730"/>
                </a:moveTo>
                <a:cubicBezTo>
                  <a:pt x="46463" y="21103"/>
                  <a:pt x="64834" y="2733"/>
                  <a:pt x="87461" y="2733"/>
                </a:cubicBezTo>
                <a:cubicBezTo>
                  <a:pt x="110087" y="2733"/>
                  <a:pt x="128458" y="21103"/>
                  <a:pt x="128458" y="43730"/>
                </a:cubicBezTo>
                <a:cubicBezTo>
                  <a:pt x="128458" y="66357"/>
                  <a:pt x="110087" y="84727"/>
                  <a:pt x="87461" y="84727"/>
                </a:cubicBezTo>
                <a:cubicBezTo>
                  <a:pt x="64834" y="84727"/>
                  <a:pt x="46463" y="66357"/>
                  <a:pt x="46463" y="43730"/>
                </a:cubicBezTo>
                <a:close/>
                <a:moveTo>
                  <a:pt x="16399" y="164774"/>
                </a:moveTo>
                <a:cubicBezTo>
                  <a:pt x="16399" y="131122"/>
                  <a:pt x="43662" y="103859"/>
                  <a:pt x="77314" y="103859"/>
                </a:cubicBezTo>
                <a:lnTo>
                  <a:pt x="97607" y="103859"/>
                </a:lnTo>
                <a:cubicBezTo>
                  <a:pt x="131259" y="103859"/>
                  <a:pt x="158522" y="131122"/>
                  <a:pt x="158522" y="164774"/>
                </a:cubicBezTo>
                <a:cubicBezTo>
                  <a:pt x="158522" y="170377"/>
                  <a:pt x="153978" y="174921"/>
                  <a:pt x="148375" y="174921"/>
                </a:cubicBezTo>
                <a:lnTo>
                  <a:pt x="26546" y="174921"/>
                </a:lnTo>
                <a:cubicBezTo>
                  <a:pt x="20943" y="174921"/>
                  <a:pt x="16399" y="170377"/>
                  <a:pt x="16399" y="164774"/>
                </a:cubicBezTo>
                <a:close/>
                <a:moveTo>
                  <a:pt x="185854" y="32798"/>
                </a:moveTo>
                <a:cubicBezTo>
                  <a:pt x="190398" y="32798"/>
                  <a:pt x="194053" y="36453"/>
                  <a:pt x="194053" y="40997"/>
                </a:cubicBezTo>
                <a:lnTo>
                  <a:pt x="194053" y="57396"/>
                </a:lnTo>
                <a:lnTo>
                  <a:pt x="210452" y="57396"/>
                </a:lnTo>
                <a:cubicBezTo>
                  <a:pt x="214996" y="57396"/>
                  <a:pt x="218651" y="61052"/>
                  <a:pt x="218651" y="65595"/>
                </a:cubicBezTo>
                <a:cubicBezTo>
                  <a:pt x="218651" y="70139"/>
                  <a:pt x="214996" y="73795"/>
                  <a:pt x="210452" y="73795"/>
                </a:cubicBezTo>
                <a:lnTo>
                  <a:pt x="194053" y="73795"/>
                </a:lnTo>
                <a:lnTo>
                  <a:pt x="194053" y="90194"/>
                </a:lnTo>
                <a:cubicBezTo>
                  <a:pt x="194053" y="94738"/>
                  <a:pt x="190398" y="98393"/>
                  <a:pt x="185854" y="98393"/>
                </a:cubicBezTo>
                <a:cubicBezTo>
                  <a:pt x="181310" y="98393"/>
                  <a:pt x="177654" y="94738"/>
                  <a:pt x="177654" y="90194"/>
                </a:cubicBezTo>
                <a:lnTo>
                  <a:pt x="177654" y="73795"/>
                </a:lnTo>
                <a:lnTo>
                  <a:pt x="161255" y="73795"/>
                </a:lnTo>
                <a:cubicBezTo>
                  <a:pt x="156712" y="73795"/>
                  <a:pt x="153056" y="70139"/>
                  <a:pt x="153056" y="65595"/>
                </a:cubicBezTo>
                <a:cubicBezTo>
                  <a:pt x="153056" y="61052"/>
                  <a:pt x="156712" y="57396"/>
                  <a:pt x="161255" y="57396"/>
                </a:cubicBezTo>
                <a:lnTo>
                  <a:pt x="177654" y="57396"/>
                </a:lnTo>
                <a:lnTo>
                  <a:pt x="177654" y="40997"/>
                </a:lnTo>
                <a:cubicBezTo>
                  <a:pt x="177654" y="36453"/>
                  <a:pt x="181310" y="32798"/>
                  <a:pt x="185854" y="3279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925452" y="1749211"/>
            <a:ext cx="5702428" cy="699684"/>
          </a:xfrm>
          <a:custGeom>
            <a:avLst/>
            <a:gdLst/>
            <a:ahLst/>
            <a:cxnLst/>
            <a:rect l="l" t="t" r="r" b="b"/>
            <a:pathLst>
              <a:path w="5702428" h="699684">
                <a:moveTo>
                  <a:pt x="104953" y="0"/>
                </a:moveTo>
                <a:lnTo>
                  <a:pt x="5597475" y="0"/>
                </a:lnTo>
                <a:cubicBezTo>
                  <a:pt x="5655439" y="0"/>
                  <a:pt x="5702428" y="46989"/>
                  <a:pt x="5702428" y="104953"/>
                </a:cubicBezTo>
                <a:lnTo>
                  <a:pt x="5702428" y="594732"/>
                </a:lnTo>
                <a:cubicBezTo>
                  <a:pt x="5702428" y="652695"/>
                  <a:pt x="5655439" y="699684"/>
                  <a:pt x="5597475" y="699684"/>
                </a:cubicBezTo>
                <a:lnTo>
                  <a:pt x="104953" y="699684"/>
                </a:lnTo>
                <a:cubicBezTo>
                  <a:pt x="46989" y="699684"/>
                  <a:pt x="0" y="652695"/>
                  <a:pt x="0" y="594732"/>
                </a:cubicBezTo>
                <a:lnTo>
                  <a:pt x="0" y="104953"/>
                </a:lnTo>
                <a:cubicBezTo>
                  <a:pt x="0" y="47028"/>
                  <a:pt x="47028" y="0"/>
                  <a:pt x="104953" y="0"/>
                </a:cubicBezTo>
                <a:close/>
              </a:path>
            </a:pathLst>
          </a:custGeom>
          <a:solidFill>
            <a:srgbClr val="F8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065389" y="1889148"/>
            <a:ext cx="5492522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Registration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065389" y="2134037"/>
            <a:ext cx="5483776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Patient data entry and account creation with validation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225768" y="3462015"/>
            <a:ext cx="559747" cy="559747"/>
          </a:xfrm>
          <a:custGeom>
            <a:avLst/>
            <a:gdLst/>
            <a:ahLst/>
            <a:cxnLst/>
            <a:rect l="l" t="t" r="r" b="b"/>
            <a:pathLst>
              <a:path w="559747" h="559747">
                <a:moveTo>
                  <a:pt x="104953" y="0"/>
                </a:moveTo>
                <a:lnTo>
                  <a:pt x="454795" y="0"/>
                </a:lnTo>
                <a:cubicBezTo>
                  <a:pt x="512720" y="0"/>
                  <a:pt x="559747" y="47028"/>
                  <a:pt x="559747" y="104953"/>
                </a:cubicBezTo>
                <a:lnTo>
                  <a:pt x="559747" y="454795"/>
                </a:lnTo>
                <a:cubicBezTo>
                  <a:pt x="559747" y="512720"/>
                  <a:pt x="512720" y="559747"/>
                  <a:pt x="454795" y="559747"/>
                </a:cubicBezTo>
                <a:lnTo>
                  <a:pt x="104953" y="559747"/>
                </a:lnTo>
                <a:cubicBezTo>
                  <a:pt x="47028" y="559747"/>
                  <a:pt x="0" y="512720"/>
                  <a:pt x="0" y="454795"/>
                </a:cubicBezTo>
                <a:lnTo>
                  <a:pt x="0" y="104953"/>
                </a:lnTo>
                <a:cubicBezTo>
                  <a:pt x="0" y="47028"/>
                  <a:pt x="47028" y="0"/>
                  <a:pt x="104953" y="0"/>
                </a:cubicBezTo>
                <a:close/>
              </a:path>
            </a:pathLst>
          </a:custGeom>
          <a:gradFill flip="none" rotWithShape="1">
            <a:gsLst>
              <a:gs pos="0">
                <a:srgbClr val="7C3AED"/>
              </a:gs>
              <a:gs pos="100000">
                <a:srgbClr val="EC4899"/>
              </a:gs>
            </a:gsLst>
            <a:lin ang="2700000" scaled="1"/>
          </a:gradFill>
          <a:ln/>
          <a:effectLst>
            <a:outerShdw blurRad="131191" dist="8746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418181" y="3654428"/>
            <a:ext cx="174921" cy="174921"/>
          </a:xfrm>
          <a:custGeom>
            <a:avLst/>
            <a:gdLst/>
            <a:ahLst/>
            <a:cxnLst/>
            <a:rect l="l" t="t" r="r" b="b"/>
            <a:pathLst>
              <a:path w="174921" h="174921">
                <a:moveTo>
                  <a:pt x="117047" y="3211"/>
                </a:moveTo>
                <a:cubicBezTo>
                  <a:pt x="112776" y="-1059"/>
                  <a:pt x="105841" y="-1059"/>
                  <a:pt x="101570" y="3211"/>
                </a:cubicBezTo>
                <a:cubicBezTo>
                  <a:pt x="97300" y="7482"/>
                  <a:pt x="97300" y="14417"/>
                  <a:pt x="101570" y="18688"/>
                </a:cubicBezTo>
                <a:lnTo>
                  <a:pt x="104782" y="21865"/>
                </a:lnTo>
                <a:lnTo>
                  <a:pt x="9600" y="117047"/>
                </a:lnTo>
                <a:cubicBezTo>
                  <a:pt x="3451" y="123196"/>
                  <a:pt x="0" y="131532"/>
                  <a:pt x="0" y="140244"/>
                </a:cubicBezTo>
                <a:lnTo>
                  <a:pt x="0" y="142123"/>
                </a:lnTo>
                <a:cubicBezTo>
                  <a:pt x="0" y="160230"/>
                  <a:pt x="14691" y="174921"/>
                  <a:pt x="32798" y="174921"/>
                </a:cubicBezTo>
                <a:lnTo>
                  <a:pt x="34677" y="174921"/>
                </a:lnTo>
                <a:cubicBezTo>
                  <a:pt x="43389" y="174921"/>
                  <a:pt x="51725" y="171470"/>
                  <a:pt x="57874" y="165321"/>
                </a:cubicBezTo>
                <a:lnTo>
                  <a:pt x="153056" y="70139"/>
                </a:lnTo>
                <a:lnTo>
                  <a:pt x="156267" y="73351"/>
                </a:lnTo>
                <a:cubicBezTo>
                  <a:pt x="160538" y="77621"/>
                  <a:pt x="167473" y="77621"/>
                  <a:pt x="171744" y="73351"/>
                </a:cubicBezTo>
                <a:cubicBezTo>
                  <a:pt x="176014" y="69080"/>
                  <a:pt x="176014" y="62145"/>
                  <a:pt x="171744" y="57874"/>
                </a:cubicBezTo>
                <a:lnTo>
                  <a:pt x="117081" y="3211"/>
                </a:lnTo>
                <a:close/>
                <a:moveTo>
                  <a:pt x="70139" y="87461"/>
                </a:moveTo>
                <a:lnTo>
                  <a:pt x="120258" y="37342"/>
                </a:lnTo>
                <a:lnTo>
                  <a:pt x="137580" y="54663"/>
                </a:lnTo>
                <a:lnTo>
                  <a:pt x="104782" y="87461"/>
                </a:lnTo>
                <a:lnTo>
                  <a:pt x="70105" y="87461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925452" y="3462015"/>
            <a:ext cx="5702428" cy="699684"/>
          </a:xfrm>
          <a:custGeom>
            <a:avLst/>
            <a:gdLst/>
            <a:ahLst/>
            <a:cxnLst/>
            <a:rect l="l" t="t" r="r" b="b"/>
            <a:pathLst>
              <a:path w="5702428" h="699684">
                <a:moveTo>
                  <a:pt x="104953" y="0"/>
                </a:moveTo>
                <a:lnTo>
                  <a:pt x="5597475" y="0"/>
                </a:lnTo>
                <a:cubicBezTo>
                  <a:pt x="5655439" y="0"/>
                  <a:pt x="5702428" y="46989"/>
                  <a:pt x="5702428" y="104953"/>
                </a:cubicBezTo>
                <a:lnTo>
                  <a:pt x="5702428" y="594732"/>
                </a:lnTo>
                <a:cubicBezTo>
                  <a:pt x="5702428" y="652695"/>
                  <a:pt x="5655439" y="699684"/>
                  <a:pt x="5597475" y="699684"/>
                </a:cubicBezTo>
                <a:lnTo>
                  <a:pt x="104953" y="699684"/>
                </a:lnTo>
                <a:cubicBezTo>
                  <a:pt x="46989" y="699684"/>
                  <a:pt x="0" y="652695"/>
                  <a:pt x="0" y="594732"/>
                </a:cubicBezTo>
                <a:lnTo>
                  <a:pt x="0" y="104953"/>
                </a:lnTo>
                <a:cubicBezTo>
                  <a:pt x="0" y="47028"/>
                  <a:pt x="47028" y="0"/>
                  <a:pt x="104953" y="0"/>
                </a:cubicBezTo>
                <a:close/>
              </a:path>
            </a:pathLst>
          </a:custGeom>
          <a:solidFill>
            <a:srgbClr val="F8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078508" y="3702786"/>
            <a:ext cx="5492522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Sample Tracking</a:t>
            </a:r>
            <a:endParaRPr lang="en-US" sz="1600" dirty="0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67F860E-9A92-9B23-19E4-C447201D253A}"/>
              </a:ext>
            </a:extLst>
          </p:cNvPr>
          <p:cNvGrpSpPr/>
          <p:nvPr/>
        </p:nvGrpSpPr>
        <p:grpSpPr>
          <a:xfrm>
            <a:off x="5225767" y="4344454"/>
            <a:ext cx="6402112" cy="699684"/>
            <a:chOff x="5225768" y="3428453"/>
            <a:chExt cx="6402112" cy="699684"/>
          </a:xfrm>
        </p:grpSpPr>
        <p:sp>
          <p:nvSpPr>
            <p:cNvPr id="47" name="Shape 45"/>
            <p:cNvSpPr/>
            <p:nvPr/>
          </p:nvSpPr>
          <p:spPr>
            <a:xfrm>
              <a:off x="5225768" y="3428453"/>
              <a:ext cx="559747" cy="559747"/>
            </a:xfrm>
            <a:custGeom>
              <a:avLst/>
              <a:gdLst/>
              <a:ahLst/>
              <a:cxnLst/>
              <a:rect l="l" t="t" r="r" b="b"/>
              <a:pathLst>
                <a:path w="559747" h="559747">
                  <a:moveTo>
                    <a:pt x="104953" y="0"/>
                  </a:moveTo>
                  <a:lnTo>
                    <a:pt x="454795" y="0"/>
                  </a:lnTo>
                  <a:cubicBezTo>
                    <a:pt x="512720" y="0"/>
                    <a:pt x="559747" y="47028"/>
                    <a:pt x="559747" y="104953"/>
                  </a:cubicBezTo>
                  <a:lnTo>
                    <a:pt x="559747" y="454795"/>
                  </a:lnTo>
                  <a:cubicBezTo>
                    <a:pt x="559747" y="512720"/>
                    <a:pt x="512720" y="559747"/>
                    <a:pt x="454795" y="559747"/>
                  </a:cubicBezTo>
                  <a:lnTo>
                    <a:pt x="104953" y="559747"/>
                  </a:lnTo>
                  <a:cubicBezTo>
                    <a:pt x="47028" y="559747"/>
                    <a:pt x="0" y="512720"/>
                    <a:pt x="0" y="454795"/>
                  </a:cubicBezTo>
                  <a:lnTo>
                    <a:pt x="0" y="104953"/>
                  </a:lnTo>
                  <a:cubicBezTo>
                    <a:pt x="0" y="47028"/>
                    <a:pt x="47028" y="0"/>
                    <a:pt x="10495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EA5E9"/>
                </a:gs>
                <a:gs pos="100000">
                  <a:srgbClr val="2563EB"/>
                </a:gs>
              </a:gsLst>
              <a:lin ang="2700000" scaled="1"/>
            </a:gradFill>
            <a:ln/>
            <a:effectLst>
              <a:outerShdw blurRad="131191" dist="87461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46"/>
            <p:cNvSpPr/>
            <p:nvPr/>
          </p:nvSpPr>
          <p:spPr>
            <a:xfrm>
              <a:off x="5407248" y="3620867"/>
              <a:ext cx="196786" cy="174921"/>
            </a:xfrm>
            <a:custGeom>
              <a:avLst/>
              <a:gdLst/>
              <a:ahLst/>
              <a:cxnLst/>
              <a:rect l="l" t="t" r="r" b="b"/>
              <a:pathLst>
                <a:path w="196786" h="174921">
                  <a:moveTo>
                    <a:pt x="21865" y="21865"/>
                  </a:moveTo>
                  <a:cubicBezTo>
                    <a:pt x="9805" y="21865"/>
                    <a:pt x="0" y="31670"/>
                    <a:pt x="0" y="43730"/>
                  </a:cubicBezTo>
                  <a:lnTo>
                    <a:pt x="0" y="131191"/>
                  </a:lnTo>
                  <a:cubicBezTo>
                    <a:pt x="0" y="143251"/>
                    <a:pt x="9805" y="153056"/>
                    <a:pt x="21865" y="153056"/>
                  </a:cubicBezTo>
                  <a:lnTo>
                    <a:pt x="174921" y="153056"/>
                  </a:lnTo>
                  <a:cubicBezTo>
                    <a:pt x="186981" y="153056"/>
                    <a:pt x="196786" y="143251"/>
                    <a:pt x="196786" y="131191"/>
                  </a:cubicBezTo>
                  <a:lnTo>
                    <a:pt x="196786" y="43730"/>
                  </a:lnTo>
                  <a:cubicBezTo>
                    <a:pt x="196786" y="31670"/>
                    <a:pt x="186981" y="21865"/>
                    <a:pt x="174921" y="21865"/>
                  </a:cubicBezTo>
                  <a:lnTo>
                    <a:pt x="21865" y="21865"/>
                  </a:lnTo>
                  <a:close/>
                  <a:moveTo>
                    <a:pt x="27331" y="43730"/>
                  </a:moveTo>
                  <a:lnTo>
                    <a:pt x="38264" y="43730"/>
                  </a:lnTo>
                  <a:cubicBezTo>
                    <a:pt x="41270" y="43730"/>
                    <a:pt x="43730" y="46190"/>
                    <a:pt x="43730" y="49197"/>
                  </a:cubicBezTo>
                  <a:lnTo>
                    <a:pt x="43730" y="60129"/>
                  </a:lnTo>
                  <a:cubicBezTo>
                    <a:pt x="43730" y="63136"/>
                    <a:pt x="41270" y="65595"/>
                    <a:pt x="38264" y="65595"/>
                  </a:cubicBezTo>
                  <a:lnTo>
                    <a:pt x="27331" y="65595"/>
                  </a:lnTo>
                  <a:cubicBezTo>
                    <a:pt x="24325" y="65595"/>
                    <a:pt x="21865" y="63136"/>
                    <a:pt x="21865" y="60129"/>
                  </a:cubicBezTo>
                  <a:lnTo>
                    <a:pt x="21865" y="49197"/>
                  </a:lnTo>
                  <a:cubicBezTo>
                    <a:pt x="21865" y="46190"/>
                    <a:pt x="24325" y="43730"/>
                    <a:pt x="27331" y="43730"/>
                  </a:cubicBezTo>
                  <a:close/>
                  <a:moveTo>
                    <a:pt x="21865" y="81994"/>
                  </a:moveTo>
                  <a:cubicBezTo>
                    <a:pt x="21865" y="78988"/>
                    <a:pt x="24325" y="76528"/>
                    <a:pt x="27331" y="76528"/>
                  </a:cubicBezTo>
                  <a:lnTo>
                    <a:pt x="38264" y="76528"/>
                  </a:lnTo>
                  <a:cubicBezTo>
                    <a:pt x="41270" y="76528"/>
                    <a:pt x="43730" y="78988"/>
                    <a:pt x="43730" y="81994"/>
                  </a:cubicBezTo>
                  <a:lnTo>
                    <a:pt x="43730" y="92927"/>
                  </a:lnTo>
                  <a:cubicBezTo>
                    <a:pt x="43730" y="95933"/>
                    <a:pt x="41270" y="98393"/>
                    <a:pt x="38264" y="98393"/>
                  </a:cubicBezTo>
                  <a:lnTo>
                    <a:pt x="27331" y="98393"/>
                  </a:lnTo>
                  <a:cubicBezTo>
                    <a:pt x="24325" y="98393"/>
                    <a:pt x="21865" y="95933"/>
                    <a:pt x="21865" y="92927"/>
                  </a:cubicBezTo>
                  <a:lnTo>
                    <a:pt x="21865" y="81994"/>
                  </a:lnTo>
                  <a:close/>
                  <a:moveTo>
                    <a:pt x="60129" y="43730"/>
                  </a:moveTo>
                  <a:lnTo>
                    <a:pt x="71062" y="43730"/>
                  </a:lnTo>
                  <a:cubicBezTo>
                    <a:pt x="74068" y="43730"/>
                    <a:pt x="76528" y="46190"/>
                    <a:pt x="76528" y="49197"/>
                  </a:cubicBezTo>
                  <a:lnTo>
                    <a:pt x="76528" y="60129"/>
                  </a:lnTo>
                  <a:cubicBezTo>
                    <a:pt x="76528" y="63136"/>
                    <a:pt x="74068" y="65595"/>
                    <a:pt x="71062" y="65595"/>
                  </a:cubicBezTo>
                  <a:lnTo>
                    <a:pt x="60129" y="65595"/>
                  </a:lnTo>
                  <a:cubicBezTo>
                    <a:pt x="57123" y="65595"/>
                    <a:pt x="54663" y="63136"/>
                    <a:pt x="54663" y="60129"/>
                  </a:cubicBezTo>
                  <a:lnTo>
                    <a:pt x="54663" y="49197"/>
                  </a:lnTo>
                  <a:cubicBezTo>
                    <a:pt x="54663" y="46190"/>
                    <a:pt x="57123" y="43730"/>
                    <a:pt x="60129" y="43730"/>
                  </a:cubicBezTo>
                  <a:close/>
                  <a:moveTo>
                    <a:pt x="54663" y="81994"/>
                  </a:moveTo>
                  <a:cubicBezTo>
                    <a:pt x="54663" y="78988"/>
                    <a:pt x="57123" y="76528"/>
                    <a:pt x="60129" y="76528"/>
                  </a:cubicBezTo>
                  <a:lnTo>
                    <a:pt x="71062" y="76528"/>
                  </a:lnTo>
                  <a:cubicBezTo>
                    <a:pt x="74068" y="76528"/>
                    <a:pt x="76528" y="78988"/>
                    <a:pt x="76528" y="81994"/>
                  </a:cubicBezTo>
                  <a:lnTo>
                    <a:pt x="76528" y="92927"/>
                  </a:lnTo>
                  <a:cubicBezTo>
                    <a:pt x="76528" y="95933"/>
                    <a:pt x="74068" y="98393"/>
                    <a:pt x="71062" y="98393"/>
                  </a:cubicBezTo>
                  <a:lnTo>
                    <a:pt x="60129" y="98393"/>
                  </a:lnTo>
                  <a:cubicBezTo>
                    <a:pt x="57123" y="98393"/>
                    <a:pt x="54663" y="95933"/>
                    <a:pt x="54663" y="92927"/>
                  </a:cubicBezTo>
                  <a:lnTo>
                    <a:pt x="54663" y="81994"/>
                  </a:lnTo>
                  <a:close/>
                  <a:moveTo>
                    <a:pt x="60129" y="109326"/>
                  </a:moveTo>
                  <a:lnTo>
                    <a:pt x="136657" y="109326"/>
                  </a:lnTo>
                  <a:cubicBezTo>
                    <a:pt x="139664" y="109326"/>
                    <a:pt x="142123" y="111786"/>
                    <a:pt x="142123" y="114792"/>
                  </a:cubicBezTo>
                  <a:lnTo>
                    <a:pt x="142123" y="125725"/>
                  </a:lnTo>
                  <a:cubicBezTo>
                    <a:pt x="142123" y="128731"/>
                    <a:pt x="139664" y="131191"/>
                    <a:pt x="136657" y="131191"/>
                  </a:cubicBezTo>
                  <a:lnTo>
                    <a:pt x="60129" y="131191"/>
                  </a:lnTo>
                  <a:cubicBezTo>
                    <a:pt x="57123" y="131191"/>
                    <a:pt x="54663" y="128731"/>
                    <a:pt x="54663" y="125725"/>
                  </a:cubicBezTo>
                  <a:lnTo>
                    <a:pt x="54663" y="114792"/>
                  </a:lnTo>
                  <a:cubicBezTo>
                    <a:pt x="54663" y="111786"/>
                    <a:pt x="57123" y="109326"/>
                    <a:pt x="60129" y="109326"/>
                  </a:cubicBezTo>
                  <a:close/>
                  <a:moveTo>
                    <a:pt x="87461" y="49197"/>
                  </a:moveTo>
                  <a:cubicBezTo>
                    <a:pt x="87461" y="46190"/>
                    <a:pt x="89920" y="43730"/>
                    <a:pt x="92927" y="43730"/>
                  </a:cubicBezTo>
                  <a:lnTo>
                    <a:pt x="103859" y="43730"/>
                  </a:lnTo>
                  <a:cubicBezTo>
                    <a:pt x="106866" y="43730"/>
                    <a:pt x="109326" y="46190"/>
                    <a:pt x="109326" y="49197"/>
                  </a:cubicBezTo>
                  <a:lnTo>
                    <a:pt x="109326" y="60129"/>
                  </a:lnTo>
                  <a:cubicBezTo>
                    <a:pt x="109326" y="63136"/>
                    <a:pt x="106866" y="65595"/>
                    <a:pt x="103859" y="65595"/>
                  </a:cubicBezTo>
                  <a:lnTo>
                    <a:pt x="92927" y="65595"/>
                  </a:lnTo>
                  <a:cubicBezTo>
                    <a:pt x="89920" y="65595"/>
                    <a:pt x="87461" y="63136"/>
                    <a:pt x="87461" y="60129"/>
                  </a:cubicBezTo>
                  <a:lnTo>
                    <a:pt x="87461" y="49197"/>
                  </a:lnTo>
                  <a:close/>
                  <a:moveTo>
                    <a:pt x="92927" y="76528"/>
                  </a:moveTo>
                  <a:lnTo>
                    <a:pt x="103859" y="76528"/>
                  </a:lnTo>
                  <a:cubicBezTo>
                    <a:pt x="106866" y="76528"/>
                    <a:pt x="109326" y="78988"/>
                    <a:pt x="109326" y="81994"/>
                  </a:cubicBezTo>
                  <a:lnTo>
                    <a:pt x="109326" y="92927"/>
                  </a:lnTo>
                  <a:cubicBezTo>
                    <a:pt x="109326" y="95933"/>
                    <a:pt x="106866" y="98393"/>
                    <a:pt x="103859" y="98393"/>
                  </a:cubicBezTo>
                  <a:lnTo>
                    <a:pt x="92927" y="98393"/>
                  </a:lnTo>
                  <a:cubicBezTo>
                    <a:pt x="89920" y="98393"/>
                    <a:pt x="87461" y="95933"/>
                    <a:pt x="87461" y="92927"/>
                  </a:cubicBezTo>
                  <a:lnTo>
                    <a:pt x="87461" y="81994"/>
                  </a:lnTo>
                  <a:cubicBezTo>
                    <a:pt x="87461" y="78988"/>
                    <a:pt x="89920" y="76528"/>
                    <a:pt x="92927" y="76528"/>
                  </a:cubicBezTo>
                  <a:close/>
                  <a:moveTo>
                    <a:pt x="120258" y="49197"/>
                  </a:moveTo>
                  <a:cubicBezTo>
                    <a:pt x="120258" y="46190"/>
                    <a:pt x="122718" y="43730"/>
                    <a:pt x="125725" y="43730"/>
                  </a:cubicBezTo>
                  <a:lnTo>
                    <a:pt x="136657" y="43730"/>
                  </a:lnTo>
                  <a:cubicBezTo>
                    <a:pt x="139664" y="43730"/>
                    <a:pt x="142123" y="46190"/>
                    <a:pt x="142123" y="49197"/>
                  </a:cubicBezTo>
                  <a:lnTo>
                    <a:pt x="142123" y="60129"/>
                  </a:lnTo>
                  <a:cubicBezTo>
                    <a:pt x="142123" y="63136"/>
                    <a:pt x="139664" y="65595"/>
                    <a:pt x="136657" y="65595"/>
                  </a:cubicBezTo>
                  <a:lnTo>
                    <a:pt x="125725" y="65595"/>
                  </a:lnTo>
                  <a:cubicBezTo>
                    <a:pt x="122718" y="65595"/>
                    <a:pt x="120258" y="63136"/>
                    <a:pt x="120258" y="60129"/>
                  </a:cubicBezTo>
                  <a:lnTo>
                    <a:pt x="120258" y="49197"/>
                  </a:lnTo>
                  <a:close/>
                  <a:moveTo>
                    <a:pt x="125725" y="76528"/>
                  </a:moveTo>
                  <a:lnTo>
                    <a:pt x="136657" y="76528"/>
                  </a:lnTo>
                  <a:cubicBezTo>
                    <a:pt x="139664" y="76528"/>
                    <a:pt x="142123" y="78988"/>
                    <a:pt x="142123" y="81994"/>
                  </a:cubicBezTo>
                  <a:lnTo>
                    <a:pt x="142123" y="92927"/>
                  </a:lnTo>
                  <a:cubicBezTo>
                    <a:pt x="142123" y="95933"/>
                    <a:pt x="139664" y="98393"/>
                    <a:pt x="136657" y="98393"/>
                  </a:cubicBezTo>
                  <a:lnTo>
                    <a:pt x="125725" y="98393"/>
                  </a:lnTo>
                  <a:cubicBezTo>
                    <a:pt x="122718" y="98393"/>
                    <a:pt x="120258" y="95933"/>
                    <a:pt x="120258" y="92927"/>
                  </a:cubicBezTo>
                  <a:lnTo>
                    <a:pt x="120258" y="81994"/>
                  </a:lnTo>
                  <a:cubicBezTo>
                    <a:pt x="120258" y="78988"/>
                    <a:pt x="122718" y="76528"/>
                    <a:pt x="125725" y="76528"/>
                  </a:cubicBezTo>
                  <a:close/>
                  <a:moveTo>
                    <a:pt x="153056" y="49197"/>
                  </a:moveTo>
                  <a:cubicBezTo>
                    <a:pt x="153056" y="46190"/>
                    <a:pt x="155516" y="43730"/>
                    <a:pt x="158522" y="43730"/>
                  </a:cubicBezTo>
                  <a:lnTo>
                    <a:pt x="169455" y="43730"/>
                  </a:lnTo>
                  <a:cubicBezTo>
                    <a:pt x="172461" y="43730"/>
                    <a:pt x="174921" y="46190"/>
                    <a:pt x="174921" y="49197"/>
                  </a:cubicBezTo>
                  <a:lnTo>
                    <a:pt x="174921" y="60129"/>
                  </a:lnTo>
                  <a:cubicBezTo>
                    <a:pt x="174921" y="63136"/>
                    <a:pt x="172461" y="65595"/>
                    <a:pt x="169455" y="65595"/>
                  </a:cubicBezTo>
                  <a:lnTo>
                    <a:pt x="158522" y="65595"/>
                  </a:lnTo>
                  <a:cubicBezTo>
                    <a:pt x="155516" y="65595"/>
                    <a:pt x="153056" y="63136"/>
                    <a:pt x="153056" y="60129"/>
                  </a:cubicBezTo>
                  <a:lnTo>
                    <a:pt x="153056" y="49197"/>
                  </a:lnTo>
                  <a:close/>
                  <a:moveTo>
                    <a:pt x="158522" y="76528"/>
                  </a:moveTo>
                  <a:lnTo>
                    <a:pt x="169455" y="76528"/>
                  </a:lnTo>
                  <a:cubicBezTo>
                    <a:pt x="172461" y="76528"/>
                    <a:pt x="174921" y="78988"/>
                    <a:pt x="174921" y="81994"/>
                  </a:cubicBezTo>
                  <a:lnTo>
                    <a:pt x="174921" y="92927"/>
                  </a:lnTo>
                  <a:cubicBezTo>
                    <a:pt x="174921" y="95933"/>
                    <a:pt x="172461" y="98393"/>
                    <a:pt x="169455" y="98393"/>
                  </a:cubicBezTo>
                  <a:lnTo>
                    <a:pt x="158522" y="98393"/>
                  </a:lnTo>
                  <a:cubicBezTo>
                    <a:pt x="155516" y="98393"/>
                    <a:pt x="153056" y="95933"/>
                    <a:pt x="153056" y="92927"/>
                  </a:cubicBezTo>
                  <a:lnTo>
                    <a:pt x="153056" y="81994"/>
                  </a:lnTo>
                  <a:cubicBezTo>
                    <a:pt x="153056" y="78988"/>
                    <a:pt x="155516" y="76528"/>
                    <a:pt x="158522" y="76528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47"/>
            <p:cNvSpPr/>
            <p:nvPr/>
          </p:nvSpPr>
          <p:spPr>
            <a:xfrm>
              <a:off x="5925452" y="3428453"/>
              <a:ext cx="5702428" cy="699684"/>
            </a:xfrm>
            <a:custGeom>
              <a:avLst/>
              <a:gdLst/>
              <a:ahLst/>
              <a:cxnLst/>
              <a:rect l="l" t="t" r="r" b="b"/>
              <a:pathLst>
                <a:path w="5702428" h="699684">
                  <a:moveTo>
                    <a:pt x="104953" y="0"/>
                  </a:moveTo>
                  <a:lnTo>
                    <a:pt x="5597475" y="0"/>
                  </a:lnTo>
                  <a:cubicBezTo>
                    <a:pt x="5655439" y="0"/>
                    <a:pt x="5702428" y="46989"/>
                    <a:pt x="5702428" y="104953"/>
                  </a:cubicBezTo>
                  <a:lnTo>
                    <a:pt x="5702428" y="594732"/>
                  </a:lnTo>
                  <a:cubicBezTo>
                    <a:pt x="5702428" y="652695"/>
                    <a:pt x="5655439" y="699684"/>
                    <a:pt x="5597475" y="699684"/>
                  </a:cubicBezTo>
                  <a:lnTo>
                    <a:pt x="104953" y="699684"/>
                  </a:lnTo>
                  <a:cubicBezTo>
                    <a:pt x="46989" y="699684"/>
                    <a:pt x="0" y="652695"/>
                    <a:pt x="0" y="594732"/>
                  </a:cubicBezTo>
                  <a:lnTo>
                    <a:pt x="0" y="104953"/>
                  </a:lnTo>
                  <a:cubicBezTo>
                    <a:pt x="0" y="47028"/>
                    <a:pt x="47028" y="0"/>
                    <a:pt x="104953" y="0"/>
                  </a:cubicBezTo>
                  <a:close/>
                </a:path>
              </a:pathLst>
            </a:custGeom>
            <a:solidFill>
              <a:srgbClr val="F8F9FC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 48"/>
            <p:cNvSpPr/>
            <p:nvPr/>
          </p:nvSpPr>
          <p:spPr>
            <a:xfrm>
              <a:off x="6065389" y="3568390"/>
              <a:ext cx="5492522" cy="2099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02" b="1" dirty="0">
                  <a:solidFill>
                    <a:srgbClr val="1E293B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4. Result Entry</a:t>
              </a:r>
              <a:endParaRPr lang="en-US" sz="160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6065389" y="3813280"/>
              <a:ext cx="5483776" cy="1749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64" dirty="0">
                  <a:solidFill>
                    <a:srgbClr val="1E293B">
                      <a:alpha val="7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Manual input from semi-automatic equipment with validation</a:t>
              </a:r>
              <a:endParaRPr lang="en-US" sz="1600" dirty="0"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1183BC1-E447-0144-584F-893B4937CB71}"/>
              </a:ext>
            </a:extLst>
          </p:cNvPr>
          <p:cNvGrpSpPr/>
          <p:nvPr/>
        </p:nvGrpSpPr>
        <p:grpSpPr>
          <a:xfrm>
            <a:off x="5238887" y="5143773"/>
            <a:ext cx="6402112" cy="699684"/>
            <a:chOff x="5225768" y="4268075"/>
            <a:chExt cx="6402112" cy="699684"/>
          </a:xfrm>
        </p:grpSpPr>
        <p:sp>
          <p:nvSpPr>
            <p:cNvPr id="52" name="Shape 50"/>
            <p:cNvSpPr/>
            <p:nvPr/>
          </p:nvSpPr>
          <p:spPr>
            <a:xfrm>
              <a:off x="5225768" y="4268075"/>
              <a:ext cx="559747" cy="559747"/>
            </a:xfrm>
            <a:custGeom>
              <a:avLst/>
              <a:gdLst/>
              <a:ahLst/>
              <a:cxnLst/>
              <a:rect l="l" t="t" r="r" b="b"/>
              <a:pathLst>
                <a:path w="559747" h="559747">
                  <a:moveTo>
                    <a:pt x="104953" y="0"/>
                  </a:moveTo>
                  <a:lnTo>
                    <a:pt x="454795" y="0"/>
                  </a:lnTo>
                  <a:cubicBezTo>
                    <a:pt x="512720" y="0"/>
                    <a:pt x="559747" y="47028"/>
                    <a:pt x="559747" y="104953"/>
                  </a:cubicBezTo>
                  <a:lnTo>
                    <a:pt x="559747" y="454795"/>
                  </a:lnTo>
                  <a:cubicBezTo>
                    <a:pt x="559747" y="512720"/>
                    <a:pt x="512720" y="559747"/>
                    <a:pt x="454795" y="559747"/>
                  </a:cubicBezTo>
                  <a:lnTo>
                    <a:pt x="104953" y="559747"/>
                  </a:lnTo>
                  <a:cubicBezTo>
                    <a:pt x="47028" y="559747"/>
                    <a:pt x="0" y="512720"/>
                    <a:pt x="0" y="454795"/>
                  </a:cubicBezTo>
                  <a:lnTo>
                    <a:pt x="0" y="104953"/>
                  </a:lnTo>
                  <a:cubicBezTo>
                    <a:pt x="0" y="47028"/>
                    <a:pt x="47028" y="0"/>
                    <a:pt x="10495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C4899"/>
                </a:gs>
                <a:gs pos="100000">
                  <a:srgbClr val="F59E0B"/>
                </a:gs>
              </a:gsLst>
              <a:lin ang="2700000" scaled="1"/>
            </a:gradFill>
            <a:ln/>
            <a:effectLst>
              <a:outerShdw blurRad="131191" dist="87461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51"/>
            <p:cNvSpPr/>
            <p:nvPr/>
          </p:nvSpPr>
          <p:spPr>
            <a:xfrm>
              <a:off x="5440046" y="4460488"/>
              <a:ext cx="131191" cy="174921"/>
            </a:xfrm>
            <a:custGeom>
              <a:avLst/>
              <a:gdLst/>
              <a:ahLst/>
              <a:cxnLst/>
              <a:rect l="l" t="t" r="r" b="b"/>
              <a:pathLst>
                <a:path w="131191" h="174921">
                  <a:moveTo>
                    <a:pt x="0" y="21865"/>
                  </a:moveTo>
                  <a:cubicBezTo>
                    <a:pt x="0" y="9805"/>
                    <a:pt x="9805" y="0"/>
                    <a:pt x="21865" y="0"/>
                  </a:cubicBezTo>
                  <a:lnTo>
                    <a:pt x="72941" y="0"/>
                  </a:lnTo>
                  <a:cubicBezTo>
                    <a:pt x="78749" y="0"/>
                    <a:pt x="84317" y="2289"/>
                    <a:pt x="88417" y="6389"/>
                  </a:cubicBezTo>
                  <a:lnTo>
                    <a:pt x="124802" y="42808"/>
                  </a:lnTo>
                  <a:cubicBezTo>
                    <a:pt x="128902" y="46908"/>
                    <a:pt x="131191" y="52476"/>
                    <a:pt x="131191" y="58284"/>
                  </a:cubicBezTo>
                  <a:lnTo>
                    <a:pt x="131191" y="153056"/>
                  </a:lnTo>
                  <a:cubicBezTo>
                    <a:pt x="131191" y="165116"/>
                    <a:pt x="121386" y="174921"/>
                    <a:pt x="109326" y="174921"/>
                  </a:cubicBezTo>
                  <a:lnTo>
                    <a:pt x="21865" y="174921"/>
                  </a:lnTo>
                  <a:cubicBezTo>
                    <a:pt x="9805" y="174921"/>
                    <a:pt x="0" y="165116"/>
                    <a:pt x="0" y="153056"/>
                  </a:cubicBezTo>
                  <a:lnTo>
                    <a:pt x="0" y="120258"/>
                  </a:lnTo>
                  <a:lnTo>
                    <a:pt x="20601" y="120258"/>
                  </a:lnTo>
                  <a:lnTo>
                    <a:pt x="37273" y="141679"/>
                  </a:lnTo>
                  <a:cubicBezTo>
                    <a:pt x="39016" y="143934"/>
                    <a:pt x="41817" y="145096"/>
                    <a:pt x="44653" y="144788"/>
                  </a:cubicBezTo>
                  <a:cubicBezTo>
                    <a:pt x="47488" y="144481"/>
                    <a:pt x="49948" y="142704"/>
                    <a:pt x="51178" y="140142"/>
                  </a:cubicBezTo>
                  <a:lnTo>
                    <a:pt x="65835" y="108984"/>
                  </a:lnTo>
                  <a:lnTo>
                    <a:pt x="69217" y="115749"/>
                  </a:lnTo>
                  <a:cubicBezTo>
                    <a:pt x="70618" y="118516"/>
                    <a:pt x="73453" y="120292"/>
                    <a:pt x="76562" y="120292"/>
                  </a:cubicBezTo>
                  <a:lnTo>
                    <a:pt x="101160" y="120292"/>
                  </a:lnTo>
                  <a:cubicBezTo>
                    <a:pt x="105704" y="120292"/>
                    <a:pt x="109360" y="116637"/>
                    <a:pt x="109360" y="112093"/>
                  </a:cubicBezTo>
                  <a:cubicBezTo>
                    <a:pt x="109360" y="107549"/>
                    <a:pt x="105704" y="103894"/>
                    <a:pt x="101160" y="103894"/>
                  </a:cubicBezTo>
                  <a:lnTo>
                    <a:pt x="81618" y="103894"/>
                  </a:lnTo>
                  <a:lnTo>
                    <a:pt x="72941" y="86572"/>
                  </a:lnTo>
                  <a:cubicBezTo>
                    <a:pt x="71540" y="83771"/>
                    <a:pt x="68636" y="81994"/>
                    <a:pt x="65493" y="82028"/>
                  </a:cubicBezTo>
                  <a:cubicBezTo>
                    <a:pt x="62350" y="82063"/>
                    <a:pt x="59514" y="83907"/>
                    <a:pt x="58182" y="86743"/>
                  </a:cubicBezTo>
                  <a:lnTo>
                    <a:pt x="42022" y="121112"/>
                  </a:lnTo>
                  <a:lnTo>
                    <a:pt x="31089" y="107071"/>
                  </a:lnTo>
                  <a:cubicBezTo>
                    <a:pt x="29518" y="105021"/>
                    <a:pt x="27126" y="103859"/>
                    <a:pt x="24598" y="103859"/>
                  </a:cubicBezTo>
                  <a:lnTo>
                    <a:pt x="0" y="103859"/>
                  </a:lnTo>
                  <a:lnTo>
                    <a:pt x="0" y="21865"/>
                  </a:lnTo>
                  <a:close/>
                  <a:moveTo>
                    <a:pt x="71062" y="19986"/>
                  </a:moveTo>
                  <a:lnTo>
                    <a:pt x="71062" y="51930"/>
                  </a:lnTo>
                  <a:cubicBezTo>
                    <a:pt x="71062" y="56474"/>
                    <a:pt x="74717" y="60129"/>
                    <a:pt x="79261" y="60129"/>
                  </a:cubicBezTo>
                  <a:lnTo>
                    <a:pt x="111205" y="60129"/>
                  </a:lnTo>
                  <a:lnTo>
                    <a:pt x="71062" y="19986"/>
                  </a:lnTo>
                  <a:close/>
                </a:path>
              </a:pathLst>
            </a:custGeom>
            <a:solidFill>
              <a:srgbClr val="FFFFF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52"/>
            <p:cNvSpPr/>
            <p:nvPr/>
          </p:nvSpPr>
          <p:spPr>
            <a:xfrm>
              <a:off x="5925452" y="4268075"/>
              <a:ext cx="5702428" cy="699684"/>
            </a:xfrm>
            <a:custGeom>
              <a:avLst/>
              <a:gdLst/>
              <a:ahLst/>
              <a:cxnLst/>
              <a:rect l="l" t="t" r="r" b="b"/>
              <a:pathLst>
                <a:path w="5702428" h="699684">
                  <a:moveTo>
                    <a:pt x="104953" y="0"/>
                  </a:moveTo>
                  <a:lnTo>
                    <a:pt x="5597475" y="0"/>
                  </a:lnTo>
                  <a:cubicBezTo>
                    <a:pt x="5655439" y="0"/>
                    <a:pt x="5702428" y="46989"/>
                    <a:pt x="5702428" y="104953"/>
                  </a:cubicBezTo>
                  <a:lnTo>
                    <a:pt x="5702428" y="594732"/>
                  </a:lnTo>
                  <a:cubicBezTo>
                    <a:pt x="5702428" y="652695"/>
                    <a:pt x="5655439" y="699684"/>
                    <a:pt x="5597475" y="699684"/>
                  </a:cubicBezTo>
                  <a:lnTo>
                    <a:pt x="104953" y="699684"/>
                  </a:lnTo>
                  <a:cubicBezTo>
                    <a:pt x="46989" y="699684"/>
                    <a:pt x="0" y="652695"/>
                    <a:pt x="0" y="594732"/>
                  </a:cubicBezTo>
                  <a:lnTo>
                    <a:pt x="0" y="104953"/>
                  </a:lnTo>
                  <a:cubicBezTo>
                    <a:pt x="0" y="47028"/>
                    <a:pt x="47028" y="0"/>
                    <a:pt x="104953" y="0"/>
                  </a:cubicBezTo>
                  <a:close/>
                </a:path>
              </a:pathLst>
            </a:custGeom>
            <a:solidFill>
              <a:srgbClr val="F8F9FC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 53"/>
            <p:cNvSpPr/>
            <p:nvPr/>
          </p:nvSpPr>
          <p:spPr>
            <a:xfrm>
              <a:off x="6065389" y="4408011"/>
              <a:ext cx="5492522" cy="2099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02" b="1" dirty="0">
                  <a:solidFill>
                    <a:srgbClr val="1E293B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5. Report Generation</a:t>
              </a:r>
              <a:endParaRPr lang="en-US" sz="1600" dirty="0"/>
            </a:p>
          </p:txBody>
        </p:sp>
        <p:sp>
          <p:nvSpPr>
            <p:cNvPr id="56" name="Text 54"/>
            <p:cNvSpPr/>
            <p:nvPr/>
          </p:nvSpPr>
          <p:spPr>
            <a:xfrm>
              <a:off x="6065389" y="4652901"/>
              <a:ext cx="5483776" cy="1749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64" dirty="0">
                  <a:solidFill>
                    <a:srgbClr val="1E293B">
                      <a:alpha val="7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Automated PDF creation with React-PDF library</a:t>
              </a:r>
              <a:endParaRPr lang="en-US" sz="1600" dirty="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9A8F5D4-93B0-7E26-AA4F-D1D9CAD820F0}"/>
              </a:ext>
            </a:extLst>
          </p:cNvPr>
          <p:cNvGrpSpPr/>
          <p:nvPr/>
        </p:nvGrpSpPr>
        <p:grpSpPr>
          <a:xfrm>
            <a:off x="5225767" y="2571340"/>
            <a:ext cx="6402112" cy="699684"/>
            <a:chOff x="5225768" y="5107696"/>
            <a:chExt cx="6402112" cy="699684"/>
          </a:xfrm>
        </p:grpSpPr>
        <p:sp>
          <p:nvSpPr>
            <p:cNvPr id="57" name="Shape 55"/>
            <p:cNvSpPr/>
            <p:nvPr/>
          </p:nvSpPr>
          <p:spPr>
            <a:xfrm>
              <a:off x="5225768" y="5107696"/>
              <a:ext cx="559747" cy="559747"/>
            </a:xfrm>
            <a:custGeom>
              <a:avLst/>
              <a:gdLst/>
              <a:ahLst/>
              <a:cxnLst/>
              <a:rect l="l" t="t" r="r" b="b"/>
              <a:pathLst>
                <a:path w="559747" h="559747">
                  <a:moveTo>
                    <a:pt x="104953" y="0"/>
                  </a:moveTo>
                  <a:lnTo>
                    <a:pt x="454795" y="0"/>
                  </a:lnTo>
                  <a:cubicBezTo>
                    <a:pt x="512720" y="0"/>
                    <a:pt x="559747" y="47028"/>
                    <a:pt x="559747" y="104953"/>
                  </a:cubicBezTo>
                  <a:lnTo>
                    <a:pt x="559747" y="454795"/>
                  </a:lnTo>
                  <a:cubicBezTo>
                    <a:pt x="559747" y="512720"/>
                    <a:pt x="512720" y="559747"/>
                    <a:pt x="454795" y="559747"/>
                  </a:cubicBezTo>
                  <a:lnTo>
                    <a:pt x="104953" y="559747"/>
                  </a:lnTo>
                  <a:cubicBezTo>
                    <a:pt x="47028" y="559747"/>
                    <a:pt x="0" y="512720"/>
                    <a:pt x="0" y="454795"/>
                  </a:cubicBezTo>
                  <a:lnTo>
                    <a:pt x="0" y="104953"/>
                  </a:lnTo>
                  <a:cubicBezTo>
                    <a:pt x="0" y="47028"/>
                    <a:pt x="47028" y="0"/>
                    <a:pt x="10495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59E0B"/>
                </a:gs>
                <a:gs pos="100000">
                  <a:srgbClr val="10B981"/>
                </a:gs>
              </a:gsLst>
              <a:lin ang="2700000" scaled="1"/>
            </a:gradFill>
            <a:ln/>
            <a:effectLst>
              <a:outerShdw blurRad="131191" dist="87461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Shape 56"/>
            <p:cNvSpPr/>
            <p:nvPr/>
          </p:nvSpPr>
          <p:spPr>
            <a:xfrm>
              <a:off x="5418181" y="5300109"/>
              <a:ext cx="174921" cy="174921"/>
            </a:xfrm>
            <a:custGeom>
              <a:avLst/>
              <a:gdLst/>
              <a:ahLst/>
              <a:cxnLst/>
              <a:rect l="l" t="t" r="r" b="b"/>
              <a:pathLst>
                <a:path w="174921" h="174921">
                  <a:moveTo>
                    <a:pt x="0" y="43730"/>
                  </a:moveTo>
                  <a:lnTo>
                    <a:pt x="0" y="54663"/>
                  </a:lnTo>
                  <a:lnTo>
                    <a:pt x="174921" y="54663"/>
                  </a:lnTo>
                  <a:lnTo>
                    <a:pt x="174921" y="43730"/>
                  </a:lnTo>
                  <a:cubicBezTo>
                    <a:pt x="174921" y="31670"/>
                    <a:pt x="165116" y="21865"/>
                    <a:pt x="153056" y="21865"/>
                  </a:cubicBezTo>
                  <a:lnTo>
                    <a:pt x="21865" y="21865"/>
                  </a:lnTo>
                  <a:cubicBezTo>
                    <a:pt x="9805" y="21865"/>
                    <a:pt x="0" y="31670"/>
                    <a:pt x="0" y="43730"/>
                  </a:cubicBezTo>
                  <a:close/>
                  <a:moveTo>
                    <a:pt x="0" y="71062"/>
                  </a:moveTo>
                  <a:lnTo>
                    <a:pt x="0" y="131191"/>
                  </a:lnTo>
                  <a:cubicBezTo>
                    <a:pt x="0" y="143251"/>
                    <a:pt x="9805" y="153056"/>
                    <a:pt x="21865" y="153056"/>
                  </a:cubicBezTo>
                  <a:lnTo>
                    <a:pt x="153056" y="153056"/>
                  </a:lnTo>
                  <a:cubicBezTo>
                    <a:pt x="165116" y="153056"/>
                    <a:pt x="174921" y="143251"/>
                    <a:pt x="174921" y="131191"/>
                  </a:cubicBezTo>
                  <a:lnTo>
                    <a:pt x="174921" y="71062"/>
                  </a:lnTo>
                  <a:lnTo>
                    <a:pt x="0" y="71062"/>
                  </a:lnTo>
                  <a:close/>
                  <a:moveTo>
                    <a:pt x="21865" y="122991"/>
                  </a:moveTo>
                  <a:cubicBezTo>
                    <a:pt x="21865" y="118448"/>
                    <a:pt x="25521" y="114792"/>
                    <a:pt x="30065" y="114792"/>
                  </a:cubicBezTo>
                  <a:lnTo>
                    <a:pt x="46463" y="114792"/>
                  </a:lnTo>
                  <a:cubicBezTo>
                    <a:pt x="51007" y="114792"/>
                    <a:pt x="54663" y="118448"/>
                    <a:pt x="54663" y="122991"/>
                  </a:cubicBezTo>
                  <a:cubicBezTo>
                    <a:pt x="54663" y="127535"/>
                    <a:pt x="51007" y="131191"/>
                    <a:pt x="46463" y="131191"/>
                  </a:cubicBezTo>
                  <a:lnTo>
                    <a:pt x="30065" y="131191"/>
                  </a:lnTo>
                  <a:cubicBezTo>
                    <a:pt x="25521" y="131191"/>
                    <a:pt x="21865" y="127535"/>
                    <a:pt x="21865" y="122991"/>
                  </a:cubicBezTo>
                  <a:close/>
                  <a:moveTo>
                    <a:pt x="71062" y="122991"/>
                  </a:moveTo>
                  <a:cubicBezTo>
                    <a:pt x="71062" y="118448"/>
                    <a:pt x="74717" y="114792"/>
                    <a:pt x="79261" y="114792"/>
                  </a:cubicBezTo>
                  <a:lnTo>
                    <a:pt x="101126" y="114792"/>
                  </a:lnTo>
                  <a:cubicBezTo>
                    <a:pt x="105670" y="114792"/>
                    <a:pt x="109326" y="118448"/>
                    <a:pt x="109326" y="122991"/>
                  </a:cubicBezTo>
                  <a:cubicBezTo>
                    <a:pt x="109326" y="127535"/>
                    <a:pt x="105670" y="131191"/>
                    <a:pt x="101126" y="131191"/>
                  </a:cubicBezTo>
                  <a:lnTo>
                    <a:pt x="79261" y="131191"/>
                  </a:lnTo>
                  <a:cubicBezTo>
                    <a:pt x="74717" y="131191"/>
                    <a:pt x="71062" y="127535"/>
                    <a:pt x="71062" y="122991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Shape 57"/>
            <p:cNvSpPr/>
            <p:nvPr/>
          </p:nvSpPr>
          <p:spPr>
            <a:xfrm>
              <a:off x="5925452" y="5107696"/>
              <a:ext cx="5702428" cy="699684"/>
            </a:xfrm>
            <a:custGeom>
              <a:avLst/>
              <a:gdLst/>
              <a:ahLst/>
              <a:cxnLst/>
              <a:rect l="l" t="t" r="r" b="b"/>
              <a:pathLst>
                <a:path w="5702428" h="699684">
                  <a:moveTo>
                    <a:pt x="104953" y="0"/>
                  </a:moveTo>
                  <a:lnTo>
                    <a:pt x="5597475" y="0"/>
                  </a:lnTo>
                  <a:cubicBezTo>
                    <a:pt x="5655439" y="0"/>
                    <a:pt x="5702428" y="46989"/>
                    <a:pt x="5702428" y="104953"/>
                  </a:cubicBezTo>
                  <a:lnTo>
                    <a:pt x="5702428" y="594732"/>
                  </a:lnTo>
                  <a:cubicBezTo>
                    <a:pt x="5702428" y="652695"/>
                    <a:pt x="5655439" y="699684"/>
                    <a:pt x="5597475" y="699684"/>
                  </a:cubicBezTo>
                  <a:lnTo>
                    <a:pt x="104953" y="699684"/>
                  </a:lnTo>
                  <a:cubicBezTo>
                    <a:pt x="46989" y="699684"/>
                    <a:pt x="0" y="652695"/>
                    <a:pt x="0" y="594732"/>
                  </a:cubicBezTo>
                  <a:lnTo>
                    <a:pt x="0" y="104953"/>
                  </a:lnTo>
                  <a:cubicBezTo>
                    <a:pt x="0" y="47028"/>
                    <a:pt x="47028" y="0"/>
                    <a:pt x="104953" y="0"/>
                  </a:cubicBezTo>
                  <a:close/>
                </a:path>
              </a:pathLst>
            </a:custGeom>
            <a:solidFill>
              <a:srgbClr val="F8F9FC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 58"/>
            <p:cNvSpPr/>
            <p:nvPr/>
          </p:nvSpPr>
          <p:spPr>
            <a:xfrm>
              <a:off x="6065389" y="5247633"/>
              <a:ext cx="5492522" cy="2099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02" b="1" dirty="0">
                  <a:solidFill>
                    <a:srgbClr val="1E293B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2. Billing</a:t>
              </a:r>
              <a:endParaRPr lang="en-US" sz="1600" dirty="0"/>
            </a:p>
          </p:txBody>
        </p:sp>
        <p:sp>
          <p:nvSpPr>
            <p:cNvPr id="61" name="Text 59"/>
            <p:cNvSpPr/>
            <p:nvPr/>
          </p:nvSpPr>
          <p:spPr>
            <a:xfrm>
              <a:off x="6065389" y="5492522"/>
              <a:ext cx="5483776" cy="1749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64" dirty="0">
                  <a:solidFill>
                    <a:srgbClr val="1E293B">
                      <a:alpha val="7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Automated invoice generation and payment tracking</a:t>
              </a:r>
              <a:endParaRPr lang="en-US" sz="1600" dirty="0"/>
            </a:p>
          </p:txBody>
        </p:sp>
      </p:grpSp>
      <p:sp>
        <p:nvSpPr>
          <p:cNvPr id="62" name="Shape 60"/>
          <p:cNvSpPr/>
          <p:nvPr/>
        </p:nvSpPr>
        <p:spPr>
          <a:xfrm>
            <a:off x="5225768" y="5947317"/>
            <a:ext cx="559747" cy="559747"/>
          </a:xfrm>
          <a:custGeom>
            <a:avLst/>
            <a:gdLst/>
            <a:ahLst/>
            <a:cxnLst/>
            <a:rect l="l" t="t" r="r" b="b"/>
            <a:pathLst>
              <a:path w="559747" h="559747">
                <a:moveTo>
                  <a:pt x="104953" y="0"/>
                </a:moveTo>
                <a:lnTo>
                  <a:pt x="454795" y="0"/>
                </a:lnTo>
                <a:cubicBezTo>
                  <a:pt x="512720" y="0"/>
                  <a:pt x="559747" y="47028"/>
                  <a:pt x="559747" y="104953"/>
                </a:cubicBezTo>
                <a:lnTo>
                  <a:pt x="559747" y="454795"/>
                </a:lnTo>
                <a:cubicBezTo>
                  <a:pt x="559747" y="512720"/>
                  <a:pt x="512720" y="559747"/>
                  <a:pt x="454795" y="559747"/>
                </a:cubicBezTo>
                <a:lnTo>
                  <a:pt x="104953" y="559747"/>
                </a:lnTo>
                <a:cubicBezTo>
                  <a:pt x="47028" y="559747"/>
                  <a:pt x="0" y="512720"/>
                  <a:pt x="0" y="454795"/>
                </a:cubicBezTo>
                <a:lnTo>
                  <a:pt x="0" y="104953"/>
                </a:lnTo>
                <a:cubicBezTo>
                  <a:pt x="0" y="47028"/>
                  <a:pt x="47028" y="0"/>
                  <a:pt x="104953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/>
              </a:gs>
              <a:gs pos="100000">
                <a:srgbClr val="2563EB"/>
              </a:gs>
            </a:gsLst>
            <a:lin ang="2700000" scaled="1"/>
          </a:gradFill>
          <a:ln/>
          <a:effectLst>
            <a:outerShdw blurRad="131191" dist="8746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5407248" y="6139730"/>
            <a:ext cx="196786" cy="174921"/>
          </a:xfrm>
          <a:custGeom>
            <a:avLst/>
            <a:gdLst/>
            <a:ahLst/>
            <a:cxnLst/>
            <a:rect l="l" t="t" r="r" b="b"/>
            <a:pathLst>
              <a:path w="196786" h="174921">
                <a:moveTo>
                  <a:pt x="183257" y="-8985"/>
                </a:moveTo>
                <a:cubicBezTo>
                  <a:pt x="186605" y="-10181"/>
                  <a:pt x="190295" y="-9327"/>
                  <a:pt x="192823" y="-6833"/>
                </a:cubicBezTo>
                <a:cubicBezTo>
                  <a:pt x="195351" y="-4339"/>
                  <a:pt x="196171" y="-615"/>
                  <a:pt x="194976" y="2733"/>
                </a:cubicBezTo>
                <a:lnTo>
                  <a:pt x="134163" y="172495"/>
                </a:lnTo>
                <a:cubicBezTo>
                  <a:pt x="132455" y="177244"/>
                  <a:pt x="127979" y="180387"/>
                  <a:pt x="122957" y="180387"/>
                </a:cubicBezTo>
                <a:cubicBezTo>
                  <a:pt x="118106" y="180387"/>
                  <a:pt x="113733" y="177449"/>
                  <a:pt x="111922" y="172974"/>
                </a:cubicBezTo>
                <a:lnTo>
                  <a:pt x="89989" y="118994"/>
                </a:lnTo>
                <a:cubicBezTo>
                  <a:pt x="88451" y="115236"/>
                  <a:pt x="89135" y="110931"/>
                  <a:pt x="91765" y="107857"/>
                </a:cubicBezTo>
                <a:lnTo>
                  <a:pt x="124050" y="69456"/>
                </a:lnTo>
                <a:cubicBezTo>
                  <a:pt x="125793" y="67372"/>
                  <a:pt x="125656" y="64331"/>
                  <a:pt x="123743" y="62418"/>
                </a:cubicBezTo>
                <a:cubicBezTo>
                  <a:pt x="121830" y="60505"/>
                  <a:pt x="118755" y="60368"/>
                  <a:pt x="116705" y="62111"/>
                </a:cubicBezTo>
                <a:lnTo>
                  <a:pt x="78305" y="94328"/>
                </a:lnTo>
                <a:cubicBezTo>
                  <a:pt x="75196" y="96924"/>
                  <a:pt x="70925" y="97607"/>
                  <a:pt x="67167" y="96104"/>
                </a:cubicBezTo>
                <a:lnTo>
                  <a:pt x="13017" y="74068"/>
                </a:lnTo>
                <a:cubicBezTo>
                  <a:pt x="8541" y="72257"/>
                  <a:pt x="5603" y="67884"/>
                  <a:pt x="5603" y="63033"/>
                </a:cubicBezTo>
                <a:cubicBezTo>
                  <a:pt x="5603" y="58011"/>
                  <a:pt x="8746" y="53535"/>
                  <a:pt x="13495" y="51827"/>
                </a:cubicBezTo>
                <a:lnTo>
                  <a:pt x="183257" y="-8985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5925452" y="5947317"/>
            <a:ext cx="5702428" cy="699684"/>
          </a:xfrm>
          <a:custGeom>
            <a:avLst/>
            <a:gdLst/>
            <a:ahLst/>
            <a:cxnLst/>
            <a:rect l="l" t="t" r="r" b="b"/>
            <a:pathLst>
              <a:path w="5702428" h="699684">
                <a:moveTo>
                  <a:pt x="104953" y="0"/>
                </a:moveTo>
                <a:lnTo>
                  <a:pt x="5597475" y="0"/>
                </a:lnTo>
                <a:cubicBezTo>
                  <a:pt x="5655439" y="0"/>
                  <a:pt x="5702428" y="46989"/>
                  <a:pt x="5702428" y="104953"/>
                </a:cubicBezTo>
                <a:lnTo>
                  <a:pt x="5702428" y="594732"/>
                </a:lnTo>
                <a:cubicBezTo>
                  <a:pt x="5702428" y="652695"/>
                  <a:pt x="5655439" y="699684"/>
                  <a:pt x="5597475" y="699684"/>
                </a:cubicBezTo>
                <a:lnTo>
                  <a:pt x="104953" y="699684"/>
                </a:lnTo>
                <a:cubicBezTo>
                  <a:pt x="46989" y="699684"/>
                  <a:pt x="0" y="652695"/>
                  <a:pt x="0" y="594732"/>
                </a:cubicBezTo>
                <a:lnTo>
                  <a:pt x="0" y="104953"/>
                </a:lnTo>
                <a:cubicBezTo>
                  <a:pt x="0" y="47028"/>
                  <a:pt x="47028" y="0"/>
                  <a:pt x="104953" y="0"/>
                </a:cubicBezTo>
                <a:close/>
              </a:path>
            </a:pathLst>
          </a:custGeom>
          <a:solidFill>
            <a:srgbClr val="F8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065389" y="6087254"/>
            <a:ext cx="5492522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6. Notification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065389" y="6332143"/>
            <a:ext cx="5483776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SMS/email alerts to patients and referring physicians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6878" y="433410"/>
            <a:ext cx="452253" cy="452253"/>
          </a:xfrm>
          <a:custGeom>
            <a:avLst/>
            <a:gdLst/>
            <a:ahLst/>
            <a:cxnLst/>
            <a:rect l="l" t="t" r="r" b="b"/>
            <a:pathLst>
              <a:path w="452253" h="452253">
                <a:moveTo>
                  <a:pt x="113063" y="0"/>
                </a:moveTo>
                <a:lnTo>
                  <a:pt x="339190" y="0"/>
                </a:lnTo>
                <a:cubicBezTo>
                  <a:pt x="401633" y="0"/>
                  <a:pt x="452253" y="50620"/>
                  <a:pt x="452253" y="113063"/>
                </a:cubicBezTo>
                <a:lnTo>
                  <a:pt x="452253" y="339190"/>
                </a:lnTo>
                <a:cubicBezTo>
                  <a:pt x="452253" y="401633"/>
                  <a:pt x="401633" y="452253"/>
                  <a:pt x="339190" y="452253"/>
                </a:cubicBezTo>
                <a:lnTo>
                  <a:pt x="113063" y="452253"/>
                </a:lnTo>
                <a:cubicBezTo>
                  <a:pt x="50620" y="452253"/>
                  <a:pt x="0" y="401633"/>
                  <a:pt x="0" y="339190"/>
                </a:cubicBezTo>
                <a:lnTo>
                  <a:pt x="0" y="113063"/>
                </a:lnTo>
                <a:cubicBezTo>
                  <a:pt x="0" y="50620"/>
                  <a:pt x="50620" y="0"/>
                  <a:pt x="113063" y="0"/>
                </a:cubicBezTo>
                <a:close/>
              </a:path>
            </a:pathLst>
          </a:custGeom>
          <a:gradFill flip="none" rotWithShape="1"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8785" y="565317"/>
            <a:ext cx="188439" cy="188439"/>
          </a:xfrm>
          <a:custGeom>
            <a:avLst/>
            <a:gdLst/>
            <a:ahLst/>
            <a:cxnLst/>
            <a:rect l="l" t="t" r="r" b="b"/>
            <a:pathLst>
              <a:path w="188439" h="188439">
                <a:moveTo>
                  <a:pt x="49244" y="13360"/>
                </a:moveTo>
                <a:cubicBezTo>
                  <a:pt x="53256" y="16157"/>
                  <a:pt x="54213" y="21678"/>
                  <a:pt x="51416" y="25653"/>
                </a:cubicBezTo>
                <a:lnTo>
                  <a:pt x="30805" y="55096"/>
                </a:lnTo>
                <a:cubicBezTo>
                  <a:pt x="29296" y="57231"/>
                  <a:pt x="26941" y="58593"/>
                  <a:pt x="24328" y="58814"/>
                </a:cubicBezTo>
                <a:cubicBezTo>
                  <a:pt x="21715" y="59034"/>
                  <a:pt x="19138" y="58151"/>
                  <a:pt x="17298" y="56311"/>
                </a:cubicBezTo>
                <a:lnTo>
                  <a:pt x="2576" y="41589"/>
                </a:lnTo>
                <a:cubicBezTo>
                  <a:pt x="-847" y="38129"/>
                  <a:pt x="-847" y="32535"/>
                  <a:pt x="2576" y="29076"/>
                </a:cubicBezTo>
                <a:cubicBezTo>
                  <a:pt x="5999" y="25616"/>
                  <a:pt x="11630" y="25653"/>
                  <a:pt x="15090" y="29076"/>
                </a:cubicBezTo>
                <a:lnTo>
                  <a:pt x="22377" y="36363"/>
                </a:lnTo>
                <a:lnTo>
                  <a:pt x="36952" y="15531"/>
                </a:lnTo>
                <a:cubicBezTo>
                  <a:pt x="39749" y="11520"/>
                  <a:pt x="45270" y="10563"/>
                  <a:pt x="49244" y="13360"/>
                </a:cubicBezTo>
                <a:close/>
                <a:moveTo>
                  <a:pt x="49244" y="72247"/>
                </a:moveTo>
                <a:cubicBezTo>
                  <a:pt x="53256" y="75044"/>
                  <a:pt x="54213" y="80565"/>
                  <a:pt x="51416" y="84540"/>
                </a:cubicBezTo>
                <a:lnTo>
                  <a:pt x="30805" y="113983"/>
                </a:lnTo>
                <a:cubicBezTo>
                  <a:pt x="29296" y="116118"/>
                  <a:pt x="26941" y="117480"/>
                  <a:pt x="24328" y="117701"/>
                </a:cubicBezTo>
                <a:cubicBezTo>
                  <a:pt x="21715" y="117922"/>
                  <a:pt x="19138" y="117038"/>
                  <a:pt x="17298" y="115198"/>
                </a:cubicBezTo>
                <a:lnTo>
                  <a:pt x="2576" y="100476"/>
                </a:lnTo>
                <a:cubicBezTo>
                  <a:pt x="-883" y="97017"/>
                  <a:pt x="-883" y="91422"/>
                  <a:pt x="2576" y="88000"/>
                </a:cubicBezTo>
                <a:cubicBezTo>
                  <a:pt x="6036" y="84577"/>
                  <a:pt x="11630" y="84540"/>
                  <a:pt x="15053" y="88000"/>
                </a:cubicBezTo>
                <a:lnTo>
                  <a:pt x="22340" y="95287"/>
                </a:lnTo>
                <a:lnTo>
                  <a:pt x="36915" y="74455"/>
                </a:lnTo>
                <a:cubicBezTo>
                  <a:pt x="39712" y="70444"/>
                  <a:pt x="45233" y="69487"/>
                  <a:pt x="49208" y="72284"/>
                </a:cubicBezTo>
                <a:close/>
                <a:moveTo>
                  <a:pt x="82442" y="35332"/>
                </a:moveTo>
                <a:cubicBezTo>
                  <a:pt x="82442" y="28818"/>
                  <a:pt x="87705" y="23555"/>
                  <a:pt x="94219" y="23555"/>
                </a:cubicBezTo>
                <a:lnTo>
                  <a:pt x="176662" y="23555"/>
                </a:lnTo>
                <a:cubicBezTo>
                  <a:pt x="183176" y="23555"/>
                  <a:pt x="188439" y="28818"/>
                  <a:pt x="188439" y="35332"/>
                </a:cubicBezTo>
                <a:cubicBezTo>
                  <a:pt x="188439" y="41847"/>
                  <a:pt x="183176" y="47110"/>
                  <a:pt x="176662" y="47110"/>
                </a:cubicBezTo>
                <a:lnTo>
                  <a:pt x="94219" y="47110"/>
                </a:lnTo>
                <a:cubicBezTo>
                  <a:pt x="87705" y="47110"/>
                  <a:pt x="82442" y="41847"/>
                  <a:pt x="82442" y="35332"/>
                </a:cubicBezTo>
                <a:close/>
                <a:moveTo>
                  <a:pt x="82442" y="94219"/>
                </a:moveTo>
                <a:cubicBezTo>
                  <a:pt x="82442" y="87705"/>
                  <a:pt x="87705" y="82442"/>
                  <a:pt x="94219" y="82442"/>
                </a:cubicBezTo>
                <a:lnTo>
                  <a:pt x="176662" y="82442"/>
                </a:lnTo>
                <a:cubicBezTo>
                  <a:pt x="183176" y="82442"/>
                  <a:pt x="188439" y="87705"/>
                  <a:pt x="188439" y="94219"/>
                </a:cubicBezTo>
                <a:cubicBezTo>
                  <a:pt x="188439" y="100734"/>
                  <a:pt x="183176" y="105997"/>
                  <a:pt x="176662" y="105997"/>
                </a:cubicBezTo>
                <a:lnTo>
                  <a:pt x="94219" y="105997"/>
                </a:lnTo>
                <a:cubicBezTo>
                  <a:pt x="87705" y="105997"/>
                  <a:pt x="82442" y="100734"/>
                  <a:pt x="82442" y="94219"/>
                </a:cubicBezTo>
                <a:close/>
                <a:moveTo>
                  <a:pt x="58887" y="153107"/>
                </a:moveTo>
                <a:cubicBezTo>
                  <a:pt x="58887" y="146592"/>
                  <a:pt x="64150" y="141329"/>
                  <a:pt x="70665" y="141329"/>
                </a:cubicBezTo>
                <a:lnTo>
                  <a:pt x="176662" y="141329"/>
                </a:lnTo>
                <a:cubicBezTo>
                  <a:pt x="183176" y="141329"/>
                  <a:pt x="188439" y="146592"/>
                  <a:pt x="188439" y="153107"/>
                </a:cubicBezTo>
                <a:cubicBezTo>
                  <a:pt x="188439" y="159621"/>
                  <a:pt x="183176" y="164884"/>
                  <a:pt x="176662" y="164884"/>
                </a:cubicBezTo>
                <a:lnTo>
                  <a:pt x="70665" y="164884"/>
                </a:lnTo>
                <a:cubicBezTo>
                  <a:pt x="64150" y="164884"/>
                  <a:pt x="58887" y="159621"/>
                  <a:pt x="58887" y="153107"/>
                </a:cubicBezTo>
                <a:close/>
                <a:moveTo>
                  <a:pt x="23555" y="138385"/>
                </a:moveTo>
                <a:cubicBezTo>
                  <a:pt x="31680" y="138385"/>
                  <a:pt x="38277" y="144981"/>
                  <a:pt x="38277" y="153107"/>
                </a:cubicBezTo>
                <a:cubicBezTo>
                  <a:pt x="38277" y="161232"/>
                  <a:pt x="31680" y="167828"/>
                  <a:pt x="23555" y="167828"/>
                </a:cubicBezTo>
                <a:cubicBezTo>
                  <a:pt x="15430" y="167828"/>
                  <a:pt x="8833" y="161232"/>
                  <a:pt x="8833" y="153107"/>
                </a:cubicBezTo>
                <a:cubicBezTo>
                  <a:pt x="8833" y="144981"/>
                  <a:pt x="15430" y="138385"/>
                  <a:pt x="23555" y="13838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42195" y="376878"/>
            <a:ext cx="3976062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kern="0" spc="52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Capabilities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2195" y="565317"/>
            <a:ext cx="4079703" cy="37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71" b="1" dirty="0">
                <a:solidFill>
                  <a:srgbClr val="1E293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Functional Requirements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2195" y="1017570"/>
            <a:ext cx="10948303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features that define the system's operational capabilities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95722" y="1432136"/>
            <a:ext cx="5606059" cy="1658263"/>
          </a:xfrm>
          <a:custGeom>
            <a:avLst/>
            <a:gdLst/>
            <a:ahLst/>
            <a:cxnLst/>
            <a:rect l="l" t="t" r="r" b="b"/>
            <a:pathLst>
              <a:path w="5606059" h="1658263">
                <a:moveTo>
                  <a:pt x="37688" y="0"/>
                </a:moveTo>
                <a:lnTo>
                  <a:pt x="5455306" y="0"/>
                </a:lnTo>
                <a:cubicBezTo>
                  <a:pt x="5538564" y="0"/>
                  <a:pt x="5606059" y="67494"/>
                  <a:pt x="5606059" y="150753"/>
                </a:cubicBezTo>
                <a:lnTo>
                  <a:pt x="5606059" y="1507510"/>
                </a:lnTo>
                <a:cubicBezTo>
                  <a:pt x="5606059" y="1590768"/>
                  <a:pt x="5538564" y="1658263"/>
                  <a:pt x="5455306" y="1658263"/>
                </a:cubicBezTo>
                <a:lnTo>
                  <a:pt x="37688" y="1658263"/>
                </a:lnTo>
                <a:cubicBezTo>
                  <a:pt x="16873" y="1658263"/>
                  <a:pt x="0" y="1641389"/>
                  <a:pt x="0" y="1620575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1329" dist="94219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95722" y="1432136"/>
            <a:ext cx="37688" cy="1658263"/>
          </a:xfrm>
          <a:custGeom>
            <a:avLst/>
            <a:gdLst/>
            <a:ahLst/>
            <a:cxnLst/>
            <a:rect l="l" t="t" r="r" b="b"/>
            <a:pathLst>
              <a:path w="37688" h="1658263">
                <a:moveTo>
                  <a:pt x="37688" y="0"/>
                </a:moveTo>
                <a:lnTo>
                  <a:pt x="37688" y="0"/>
                </a:lnTo>
                <a:lnTo>
                  <a:pt x="37688" y="1658263"/>
                </a:lnTo>
                <a:lnTo>
                  <a:pt x="37688" y="1658263"/>
                </a:lnTo>
                <a:cubicBezTo>
                  <a:pt x="16873" y="1658263"/>
                  <a:pt x="0" y="1641389"/>
                  <a:pt x="0" y="1620575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692" y="1658263"/>
            <a:ext cx="603005" cy="603005"/>
          </a:xfrm>
          <a:custGeom>
            <a:avLst/>
            <a:gdLst/>
            <a:ahLst/>
            <a:cxnLst/>
            <a:rect l="l" t="t" r="r" b="b"/>
            <a:pathLst>
              <a:path w="603005" h="603005">
                <a:moveTo>
                  <a:pt x="113063" y="0"/>
                </a:moveTo>
                <a:lnTo>
                  <a:pt x="489941" y="0"/>
                </a:lnTo>
                <a:cubicBezTo>
                  <a:pt x="552384" y="0"/>
                  <a:pt x="603005" y="50620"/>
                  <a:pt x="603005" y="113063"/>
                </a:cubicBezTo>
                <a:lnTo>
                  <a:pt x="603005" y="489941"/>
                </a:lnTo>
                <a:cubicBezTo>
                  <a:pt x="603005" y="552384"/>
                  <a:pt x="552384" y="603005"/>
                  <a:pt x="489941" y="603005"/>
                </a:cubicBezTo>
                <a:lnTo>
                  <a:pt x="113063" y="603005"/>
                </a:lnTo>
                <a:cubicBezTo>
                  <a:pt x="50620" y="603005"/>
                  <a:pt x="0" y="552384"/>
                  <a:pt x="0" y="489941"/>
                </a:cubicBezTo>
                <a:lnTo>
                  <a:pt x="0" y="113063"/>
                </a:lnTo>
                <a:cubicBezTo>
                  <a:pt x="0" y="50620"/>
                  <a:pt x="50620" y="0"/>
                  <a:pt x="113063" y="0"/>
                </a:cubicBezTo>
                <a:close/>
              </a:path>
            </a:pathLst>
          </a:custGeom>
          <a:gradFill flip="none" rotWithShape="1"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43264" y="1846702"/>
            <a:ext cx="197861" cy="226127"/>
          </a:xfrm>
          <a:custGeom>
            <a:avLst/>
            <a:gdLst/>
            <a:ahLst/>
            <a:cxnLst/>
            <a:rect l="l" t="t" r="r" b="b"/>
            <a:pathLst>
              <a:path w="197861" h="226127">
                <a:moveTo>
                  <a:pt x="56532" y="0"/>
                </a:moveTo>
                <a:cubicBezTo>
                  <a:pt x="64349" y="0"/>
                  <a:pt x="70665" y="6316"/>
                  <a:pt x="70665" y="14133"/>
                </a:cubicBezTo>
                <a:lnTo>
                  <a:pt x="70665" y="28266"/>
                </a:lnTo>
                <a:lnTo>
                  <a:pt x="127196" y="28266"/>
                </a:lnTo>
                <a:lnTo>
                  <a:pt x="127196" y="14133"/>
                </a:lnTo>
                <a:cubicBezTo>
                  <a:pt x="127196" y="6316"/>
                  <a:pt x="133512" y="0"/>
                  <a:pt x="141329" y="0"/>
                </a:cubicBezTo>
                <a:cubicBezTo>
                  <a:pt x="149146" y="0"/>
                  <a:pt x="155462" y="6316"/>
                  <a:pt x="155462" y="14133"/>
                </a:cubicBezTo>
                <a:lnTo>
                  <a:pt x="155462" y="28266"/>
                </a:lnTo>
                <a:lnTo>
                  <a:pt x="169595" y="28266"/>
                </a:lnTo>
                <a:cubicBezTo>
                  <a:pt x="185185" y="28266"/>
                  <a:pt x="197861" y="40941"/>
                  <a:pt x="197861" y="56532"/>
                </a:cubicBezTo>
                <a:lnTo>
                  <a:pt x="197861" y="183728"/>
                </a:lnTo>
                <a:cubicBezTo>
                  <a:pt x="197861" y="199318"/>
                  <a:pt x="185185" y="211994"/>
                  <a:pt x="169595" y="211994"/>
                </a:cubicBezTo>
                <a:lnTo>
                  <a:pt x="28266" y="211994"/>
                </a:lnTo>
                <a:cubicBezTo>
                  <a:pt x="12675" y="211994"/>
                  <a:pt x="0" y="199318"/>
                  <a:pt x="0" y="183728"/>
                </a:cubicBezTo>
                <a:lnTo>
                  <a:pt x="0" y="56532"/>
                </a:lnTo>
                <a:cubicBezTo>
                  <a:pt x="0" y="40941"/>
                  <a:pt x="12675" y="28266"/>
                  <a:pt x="28266" y="28266"/>
                </a:cubicBezTo>
                <a:lnTo>
                  <a:pt x="42399" y="28266"/>
                </a:lnTo>
                <a:lnTo>
                  <a:pt x="42399" y="14133"/>
                </a:lnTo>
                <a:cubicBezTo>
                  <a:pt x="42399" y="6316"/>
                  <a:pt x="48714" y="0"/>
                  <a:pt x="56532" y="0"/>
                </a:cubicBezTo>
                <a:close/>
                <a:moveTo>
                  <a:pt x="28266" y="105997"/>
                </a:moveTo>
                <a:lnTo>
                  <a:pt x="28266" y="120130"/>
                </a:lnTo>
                <a:cubicBezTo>
                  <a:pt x="28266" y="124016"/>
                  <a:pt x="31446" y="127196"/>
                  <a:pt x="35332" y="127196"/>
                </a:cubicBezTo>
                <a:lnTo>
                  <a:pt x="49465" y="127196"/>
                </a:lnTo>
                <a:cubicBezTo>
                  <a:pt x="53352" y="127196"/>
                  <a:pt x="56532" y="124016"/>
                  <a:pt x="56532" y="120130"/>
                </a:cubicBezTo>
                <a:lnTo>
                  <a:pt x="56532" y="105997"/>
                </a:lnTo>
                <a:cubicBezTo>
                  <a:pt x="56532" y="102110"/>
                  <a:pt x="53352" y="98930"/>
                  <a:pt x="49465" y="98930"/>
                </a:cubicBezTo>
                <a:lnTo>
                  <a:pt x="35332" y="98930"/>
                </a:lnTo>
                <a:cubicBezTo>
                  <a:pt x="31446" y="98930"/>
                  <a:pt x="28266" y="102110"/>
                  <a:pt x="28266" y="105997"/>
                </a:cubicBezTo>
                <a:close/>
                <a:moveTo>
                  <a:pt x="84798" y="105997"/>
                </a:moveTo>
                <a:lnTo>
                  <a:pt x="84798" y="120130"/>
                </a:lnTo>
                <a:cubicBezTo>
                  <a:pt x="84798" y="124016"/>
                  <a:pt x="87977" y="127196"/>
                  <a:pt x="91864" y="127196"/>
                </a:cubicBezTo>
                <a:lnTo>
                  <a:pt x="105997" y="127196"/>
                </a:lnTo>
                <a:cubicBezTo>
                  <a:pt x="109883" y="127196"/>
                  <a:pt x="113063" y="124016"/>
                  <a:pt x="113063" y="120130"/>
                </a:cubicBezTo>
                <a:lnTo>
                  <a:pt x="113063" y="105997"/>
                </a:lnTo>
                <a:cubicBezTo>
                  <a:pt x="113063" y="102110"/>
                  <a:pt x="109883" y="98930"/>
                  <a:pt x="105997" y="98930"/>
                </a:cubicBezTo>
                <a:lnTo>
                  <a:pt x="91864" y="98930"/>
                </a:lnTo>
                <a:cubicBezTo>
                  <a:pt x="87977" y="98930"/>
                  <a:pt x="84798" y="102110"/>
                  <a:pt x="84798" y="105997"/>
                </a:cubicBezTo>
                <a:close/>
                <a:moveTo>
                  <a:pt x="148396" y="98930"/>
                </a:moveTo>
                <a:cubicBezTo>
                  <a:pt x="144509" y="98930"/>
                  <a:pt x="141329" y="102110"/>
                  <a:pt x="141329" y="105997"/>
                </a:cubicBezTo>
                <a:lnTo>
                  <a:pt x="141329" y="120130"/>
                </a:lnTo>
                <a:cubicBezTo>
                  <a:pt x="141329" y="124016"/>
                  <a:pt x="144509" y="127196"/>
                  <a:pt x="148396" y="127196"/>
                </a:cubicBezTo>
                <a:lnTo>
                  <a:pt x="162529" y="127196"/>
                </a:lnTo>
                <a:cubicBezTo>
                  <a:pt x="166415" y="127196"/>
                  <a:pt x="169595" y="124016"/>
                  <a:pt x="169595" y="120130"/>
                </a:cubicBezTo>
                <a:lnTo>
                  <a:pt x="169595" y="105997"/>
                </a:lnTo>
                <a:cubicBezTo>
                  <a:pt x="169595" y="102110"/>
                  <a:pt x="166415" y="98930"/>
                  <a:pt x="162529" y="98930"/>
                </a:cubicBezTo>
                <a:lnTo>
                  <a:pt x="148396" y="98930"/>
                </a:lnTo>
                <a:close/>
                <a:moveTo>
                  <a:pt x="28266" y="162529"/>
                </a:moveTo>
                <a:lnTo>
                  <a:pt x="28266" y="176662"/>
                </a:lnTo>
                <a:cubicBezTo>
                  <a:pt x="28266" y="180548"/>
                  <a:pt x="31446" y="183728"/>
                  <a:pt x="35332" y="183728"/>
                </a:cubicBezTo>
                <a:lnTo>
                  <a:pt x="49465" y="183728"/>
                </a:lnTo>
                <a:cubicBezTo>
                  <a:pt x="53352" y="183728"/>
                  <a:pt x="56532" y="180548"/>
                  <a:pt x="56532" y="176662"/>
                </a:cubicBezTo>
                <a:lnTo>
                  <a:pt x="56532" y="162529"/>
                </a:lnTo>
                <a:cubicBezTo>
                  <a:pt x="56532" y="158642"/>
                  <a:pt x="53352" y="155462"/>
                  <a:pt x="49465" y="155462"/>
                </a:cubicBezTo>
                <a:lnTo>
                  <a:pt x="35332" y="155462"/>
                </a:lnTo>
                <a:cubicBezTo>
                  <a:pt x="31446" y="155462"/>
                  <a:pt x="28266" y="158642"/>
                  <a:pt x="28266" y="162529"/>
                </a:cubicBezTo>
                <a:close/>
                <a:moveTo>
                  <a:pt x="91864" y="155462"/>
                </a:moveTo>
                <a:cubicBezTo>
                  <a:pt x="87977" y="155462"/>
                  <a:pt x="84798" y="158642"/>
                  <a:pt x="84798" y="162529"/>
                </a:cubicBezTo>
                <a:lnTo>
                  <a:pt x="84798" y="176662"/>
                </a:lnTo>
                <a:cubicBezTo>
                  <a:pt x="84798" y="180548"/>
                  <a:pt x="87977" y="183728"/>
                  <a:pt x="91864" y="183728"/>
                </a:cubicBezTo>
                <a:lnTo>
                  <a:pt x="105997" y="183728"/>
                </a:lnTo>
                <a:cubicBezTo>
                  <a:pt x="109883" y="183728"/>
                  <a:pt x="113063" y="180548"/>
                  <a:pt x="113063" y="176662"/>
                </a:cubicBezTo>
                <a:lnTo>
                  <a:pt x="113063" y="162529"/>
                </a:lnTo>
                <a:cubicBezTo>
                  <a:pt x="113063" y="158642"/>
                  <a:pt x="109883" y="155462"/>
                  <a:pt x="105997" y="155462"/>
                </a:cubicBezTo>
                <a:lnTo>
                  <a:pt x="91864" y="155462"/>
                </a:lnTo>
                <a:close/>
                <a:moveTo>
                  <a:pt x="141329" y="162529"/>
                </a:moveTo>
                <a:lnTo>
                  <a:pt x="141329" y="176662"/>
                </a:lnTo>
                <a:cubicBezTo>
                  <a:pt x="141329" y="180548"/>
                  <a:pt x="144509" y="183728"/>
                  <a:pt x="148396" y="183728"/>
                </a:cubicBezTo>
                <a:lnTo>
                  <a:pt x="162529" y="183728"/>
                </a:lnTo>
                <a:cubicBezTo>
                  <a:pt x="166415" y="183728"/>
                  <a:pt x="169595" y="180548"/>
                  <a:pt x="169595" y="176662"/>
                </a:cubicBezTo>
                <a:lnTo>
                  <a:pt x="169595" y="162529"/>
                </a:lnTo>
                <a:cubicBezTo>
                  <a:pt x="169595" y="158642"/>
                  <a:pt x="166415" y="155462"/>
                  <a:pt x="162529" y="155462"/>
                </a:cubicBezTo>
                <a:lnTo>
                  <a:pt x="148396" y="155462"/>
                </a:lnTo>
                <a:cubicBezTo>
                  <a:pt x="144509" y="155462"/>
                  <a:pt x="141329" y="158642"/>
                  <a:pt x="141329" y="16252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94448" y="1658263"/>
            <a:ext cx="4475425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Online Appointment Booking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94448" y="1997453"/>
            <a:ext cx="4456581" cy="48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Web-based scheduling system allowing patients to book, reschedule, and cancel appointments without phone calls.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94448" y="2600457"/>
            <a:ext cx="913929" cy="263815"/>
          </a:xfrm>
          <a:custGeom>
            <a:avLst/>
            <a:gdLst/>
            <a:ahLst/>
            <a:cxnLst/>
            <a:rect l="l" t="t" r="r" b="b"/>
            <a:pathLst>
              <a:path w="913929" h="263815">
                <a:moveTo>
                  <a:pt x="131907" y="0"/>
                </a:moveTo>
                <a:lnTo>
                  <a:pt x="782022" y="0"/>
                </a:lnTo>
                <a:cubicBezTo>
                  <a:pt x="854823" y="0"/>
                  <a:pt x="913929" y="59106"/>
                  <a:pt x="913929" y="131907"/>
                </a:cubicBezTo>
                <a:lnTo>
                  <a:pt x="913929" y="131907"/>
                </a:lnTo>
                <a:cubicBezTo>
                  <a:pt x="913929" y="204709"/>
                  <a:pt x="854823" y="263815"/>
                  <a:pt x="782022" y="263815"/>
                </a:cubicBezTo>
                <a:lnTo>
                  <a:pt x="131907" y="263815"/>
                </a:lnTo>
                <a:cubicBezTo>
                  <a:pt x="59106" y="263815"/>
                  <a:pt x="0" y="204709"/>
                  <a:pt x="0" y="131907"/>
                </a:cubicBezTo>
                <a:lnTo>
                  <a:pt x="0" y="131907"/>
                </a:lnTo>
                <a:cubicBezTo>
                  <a:pt x="0" y="59106"/>
                  <a:pt x="59106" y="0"/>
                  <a:pt x="131907" y="0"/>
                </a:cubicBezTo>
                <a:close/>
              </a:path>
            </a:pathLst>
          </a:custGeom>
          <a:solidFill>
            <a:srgbClr val="2563EB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94448" y="2600457"/>
            <a:ext cx="979883" cy="263815"/>
          </a:xfrm>
          <a:prstGeom prst="rect">
            <a:avLst/>
          </a:prstGeom>
          <a:noFill/>
          <a:ln/>
        </p:spPr>
        <p:txBody>
          <a:bodyPr wrap="square" lIns="113063" tIns="37688" rIns="113063" bIns="37688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24/7 Access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379866" y="2600457"/>
            <a:ext cx="1441558" cy="263815"/>
          </a:xfrm>
          <a:custGeom>
            <a:avLst/>
            <a:gdLst/>
            <a:ahLst/>
            <a:cxnLst/>
            <a:rect l="l" t="t" r="r" b="b"/>
            <a:pathLst>
              <a:path w="1441558" h="263815">
                <a:moveTo>
                  <a:pt x="131907" y="0"/>
                </a:moveTo>
                <a:lnTo>
                  <a:pt x="1309651" y="0"/>
                </a:lnTo>
                <a:cubicBezTo>
                  <a:pt x="1382452" y="0"/>
                  <a:pt x="1441558" y="59106"/>
                  <a:pt x="1441558" y="131907"/>
                </a:cubicBezTo>
                <a:lnTo>
                  <a:pt x="1441558" y="131907"/>
                </a:lnTo>
                <a:cubicBezTo>
                  <a:pt x="1441558" y="204709"/>
                  <a:pt x="1382452" y="263815"/>
                  <a:pt x="1309651" y="263815"/>
                </a:cubicBezTo>
                <a:lnTo>
                  <a:pt x="131907" y="263815"/>
                </a:lnTo>
                <a:cubicBezTo>
                  <a:pt x="59106" y="263815"/>
                  <a:pt x="0" y="204709"/>
                  <a:pt x="0" y="131907"/>
                </a:cubicBezTo>
                <a:lnTo>
                  <a:pt x="0" y="131907"/>
                </a:lnTo>
                <a:cubicBezTo>
                  <a:pt x="0" y="59106"/>
                  <a:pt x="59106" y="0"/>
                  <a:pt x="131907" y="0"/>
                </a:cubicBezTo>
                <a:close/>
              </a:path>
            </a:pathLst>
          </a:custGeom>
          <a:solidFill>
            <a:srgbClr val="2563EB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379866" y="2600457"/>
            <a:ext cx="1507512" cy="263815"/>
          </a:xfrm>
          <a:prstGeom prst="rect">
            <a:avLst/>
          </a:prstGeom>
          <a:noFill/>
          <a:ln/>
        </p:spPr>
        <p:txBody>
          <a:bodyPr wrap="square" lIns="113063" tIns="37688" rIns="113063" bIns="37688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Availability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5722" y="3241150"/>
            <a:ext cx="5606059" cy="1658263"/>
          </a:xfrm>
          <a:custGeom>
            <a:avLst/>
            <a:gdLst/>
            <a:ahLst/>
            <a:cxnLst/>
            <a:rect l="l" t="t" r="r" b="b"/>
            <a:pathLst>
              <a:path w="5606059" h="1658263">
                <a:moveTo>
                  <a:pt x="37688" y="0"/>
                </a:moveTo>
                <a:lnTo>
                  <a:pt x="5455306" y="0"/>
                </a:lnTo>
                <a:cubicBezTo>
                  <a:pt x="5538564" y="0"/>
                  <a:pt x="5606059" y="67494"/>
                  <a:pt x="5606059" y="150753"/>
                </a:cubicBezTo>
                <a:lnTo>
                  <a:pt x="5606059" y="1507510"/>
                </a:lnTo>
                <a:cubicBezTo>
                  <a:pt x="5606059" y="1590768"/>
                  <a:pt x="5538564" y="1658263"/>
                  <a:pt x="5455306" y="1658263"/>
                </a:cubicBezTo>
                <a:lnTo>
                  <a:pt x="37688" y="1658263"/>
                </a:lnTo>
                <a:cubicBezTo>
                  <a:pt x="16873" y="1658263"/>
                  <a:pt x="0" y="1641389"/>
                  <a:pt x="0" y="1620575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1329" dist="94219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95722" y="3241150"/>
            <a:ext cx="37688" cy="1658263"/>
          </a:xfrm>
          <a:custGeom>
            <a:avLst/>
            <a:gdLst/>
            <a:ahLst/>
            <a:cxnLst/>
            <a:rect l="l" t="t" r="r" b="b"/>
            <a:pathLst>
              <a:path w="37688" h="1658263">
                <a:moveTo>
                  <a:pt x="37688" y="0"/>
                </a:moveTo>
                <a:lnTo>
                  <a:pt x="37688" y="0"/>
                </a:lnTo>
                <a:lnTo>
                  <a:pt x="37688" y="1658263"/>
                </a:lnTo>
                <a:lnTo>
                  <a:pt x="37688" y="1658263"/>
                </a:lnTo>
                <a:cubicBezTo>
                  <a:pt x="16873" y="1658263"/>
                  <a:pt x="0" y="1641389"/>
                  <a:pt x="0" y="1620575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692" y="3467277"/>
            <a:ext cx="603005" cy="603005"/>
          </a:xfrm>
          <a:custGeom>
            <a:avLst/>
            <a:gdLst/>
            <a:ahLst/>
            <a:cxnLst/>
            <a:rect l="l" t="t" r="r" b="b"/>
            <a:pathLst>
              <a:path w="603005" h="603005">
                <a:moveTo>
                  <a:pt x="113063" y="0"/>
                </a:moveTo>
                <a:lnTo>
                  <a:pt x="489941" y="0"/>
                </a:lnTo>
                <a:cubicBezTo>
                  <a:pt x="552384" y="0"/>
                  <a:pt x="603005" y="50620"/>
                  <a:pt x="603005" y="113063"/>
                </a:cubicBezTo>
                <a:lnTo>
                  <a:pt x="603005" y="489941"/>
                </a:lnTo>
                <a:cubicBezTo>
                  <a:pt x="603005" y="552384"/>
                  <a:pt x="552384" y="603005"/>
                  <a:pt x="489941" y="603005"/>
                </a:cubicBezTo>
                <a:lnTo>
                  <a:pt x="113063" y="603005"/>
                </a:lnTo>
                <a:cubicBezTo>
                  <a:pt x="50620" y="603005"/>
                  <a:pt x="0" y="552384"/>
                  <a:pt x="0" y="489941"/>
                </a:cubicBezTo>
                <a:lnTo>
                  <a:pt x="0" y="113063"/>
                </a:lnTo>
                <a:cubicBezTo>
                  <a:pt x="0" y="50620"/>
                  <a:pt x="50620" y="0"/>
                  <a:pt x="113063" y="0"/>
                </a:cubicBezTo>
                <a:close/>
              </a:path>
            </a:pathLst>
          </a:custGeom>
          <a:gradFill flip="none" rotWithShape="1">
            <a:gsLst>
              <a:gs pos="0">
                <a:srgbClr val="7C3AED"/>
              </a:gs>
              <a:gs pos="100000">
                <a:srgbClr val="EC4899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14998" y="3655716"/>
            <a:ext cx="254393" cy="226127"/>
          </a:xfrm>
          <a:custGeom>
            <a:avLst/>
            <a:gdLst/>
            <a:ahLst/>
            <a:cxnLst/>
            <a:rect l="l" t="t" r="r" b="b"/>
            <a:pathLst>
              <a:path w="254393" h="226127">
                <a:moveTo>
                  <a:pt x="28266" y="28266"/>
                </a:moveTo>
                <a:cubicBezTo>
                  <a:pt x="12675" y="28266"/>
                  <a:pt x="0" y="40941"/>
                  <a:pt x="0" y="56532"/>
                </a:cubicBezTo>
                <a:lnTo>
                  <a:pt x="0" y="169595"/>
                </a:lnTo>
                <a:cubicBezTo>
                  <a:pt x="0" y="185185"/>
                  <a:pt x="12675" y="197861"/>
                  <a:pt x="28266" y="197861"/>
                </a:cubicBezTo>
                <a:lnTo>
                  <a:pt x="226127" y="197861"/>
                </a:lnTo>
                <a:cubicBezTo>
                  <a:pt x="241717" y="197861"/>
                  <a:pt x="254393" y="185185"/>
                  <a:pt x="254393" y="169595"/>
                </a:cubicBezTo>
                <a:lnTo>
                  <a:pt x="254393" y="56532"/>
                </a:lnTo>
                <a:cubicBezTo>
                  <a:pt x="254393" y="40941"/>
                  <a:pt x="241717" y="28266"/>
                  <a:pt x="226127" y="28266"/>
                </a:cubicBezTo>
                <a:lnTo>
                  <a:pt x="28266" y="28266"/>
                </a:lnTo>
                <a:close/>
                <a:moveTo>
                  <a:pt x="35332" y="56532"/>
                </a:moveTo>
                <a:lnTo>
                  <a:pt x="49465" y="56532"/>
                </a:lnTo>
                <a:cubicBezTo>
                  <a:pt x="53352" y="56532"/>
                  <a:pt x="56532" y="59712"/>
                  <a:pt x="56532" y="63598"/>
                </a:cubicBezTo>
                <a:lnTo>
                  <a:pt x="56532" y="77731"/>
                </a:lnTo>
                <a:cubicBezTo>
                  <a:pt x="56532" y="81618"/>
                  <a:pt x="53352" y="84798"/>
                  <a:pt x="49465" y="84798"/>
                </a:cubicBezTo>
                <a:lnTo>
                  <a:pt x="35332" y="84798"/>
                </a:lnTo>
                <a:cubicBezTo>
                  <a:pt x="31446" y="84798"/>
                  <a:pt x="28266" y="81618"/>
                  <a:pt x="28266" y="77731"/>
                </a:cubicBezTo>
                <a:lnTo>
                  <a:pt x="28266" y="63598"/>
                </a:lnTo>
                <a:cubicBezTo>
                  <a:pt x="28266" y="59712"/>
                  <a:pt x="31446" y="56532"/>
                  <a:pt x="35332" y="56532"/>
                </a:cubicBezTo>
                <a:close/>
                <a:moveTo>
                  <a:pt x="28266" y="105997"/>
                </a:moveTo>
                <a:cubicBezTo>
                  <a:pt x="28266" y="102110"/>
                  <a:pt x="31446" y="98930"/>
                  <a:pt x="35332" y="98930"/>
                </a:cubicBezTo>
                <a:lnTo>
                  <a:pt x="49465" y="98930"/>
                </a:lnTo>
                <a:cubicBezTo>
                  <a:pt x="53352" y="98930"/>
                  <a:pt x="56532" y="102110"/>
                  <a:pt x="56532" y="105997"/>
                </a:cubicBezTo>
                <a:lnTo>
                  <a:pt x="56532" y="120130"/>
                </a:lnTo>
                <a:cubicBezTo>
                  <a:pt x="56532" y="124016"/>
                  <a:pt x="53352" y="127196"/>
                  <a:pt x="49465" y="127196"/>
                </a:cubicBezTo>
                <a:lnTo>
                  <a:pt x="35332" y="127196"/>
                </a:lnTo>
                <a:cubicBezTo>
                  <a:pt x="31446" y="127196"/>
                  <a:pt x="28266" y="124016"/>
                  <a:pt x="28266" y="120130"/>
                </a:cubicBezTo>
                <a:lnTo>
                  <a:pt x="28266" y="105997"/>
                </a:lnTo>
                <a:close/>
                <a:moveTo>
                  <a:pt x="77731" y="56532"/>
                </a:moveTo>
                <a:lnTo>
                  <a:pt x="91864" y="56532"/>
                </a:lnTo>
                <a:cubicBezTo>
                  <a:pt x="95751" y="56532"/>
                  <a:pt x="98930" y="59712"/>
                  <a:pt x="98930" y="63598"/>
                </a:cubicBezTo>
                <a:lnTo>
                  <a:pt x="98930" y="77731"/>
                </a:lnTo>
                <a:cubicBezTo>
                  <a:pt x="98930" y="81618"/>
                  <a:pt x="95751" y="84798"/>
                  <a:pt x="91864" y="84798"/>
                </a:cubicBezTo>
                <a:lnTo>
                  <a:pt x="77731" y="84798"/>
                </a:lnTo>
                <a:cubicBezTo>
                  <a:pt x="73845" y="84798"/>
                  <a:pt x="70665" y="81618"/>
                  <a:pt x="70665" y="77731"/>
                </a:cubicBezTo>
                <a:lnTo>
                  <a:pt x="70665" y="63598"/>
                </a:lnTo>
                <a:cubicBezTo>
                  <a:pt x="70665" y="59712"/>
                  <a:pt x="73845" y="56532"/>
                  <a:pt x="77731" y="56532"/>
                </a:cubicBezTo>
                <a:close/>
                <a:moveTo>
                  <a:pt x="70665" y="105997"/>
                </a:moveTo>
                <a:cubicBezTo>
                  <a:pt x="70665" y="102110"/>
                  <a:pt x="73845" y="98930"/>
                  <a:pt x="77731" y="98930"/>
                </a:cubicBezTo>
                <a:lnTo>
                  <a:pt x="91864" y="98930"/>
                </a:lnTo>
                <a:cubicBezTo>
                  <a:pt x="95751" y="98930"/>
                  <a:pt x="98930" y="102110"/>
                  <a:pt x="98930" y="105997"/>
                </a:cubicBezTo>
                <a:lnTo>
                  <a:pt x="98930" y="120130"/>
                </a:lnTo>
                <a:cubicBezTo>
                  <a:pt x="98930" y="124016"/>
                  <a:pt x="95751" y="127196"/>
                  <a:pt x="91864" y="127196"/>
                </a:cubicBezTo>
                <a:lnTo>
                  <a:pt x="77731" y="127196"/>
                </a:lnTo>
                <a:cubicBezTo>
                  <a:pt x="73845" y="127196"/>
                  <a:pt x="70665" y="124016"/>
                  <a:pt x="70665" y="120130"/>
                </a:cubicBezTo>
                <a:lnTo>
                  <a:pt x="70665" y="105997"/>
                </a:lnTo>
                <a:close/>
                <a:moveTo>
                  <a:pt x="77731" y="141329"/>
                </a:moveTo>
                <a:lnTo>
                  <a:pt x="176662" y="141329"/>
                </a:lnTo>
                <a:cubicBezTo>
                  <a:pt x="180548" y="141329"/>
                  <a:pt x="183728" y="144509"/>
                  <a:pt x="183728" y="148396"/>
                </a:cubicBezTo>
                <a:lnTo>
                  <a:pt x="183728" y="162529"/>
                </a:lnTo>
                <a:cubicBezTo>
                  <a:pt x="183728" y="166415"/>
                  <a:pt x="180548" y="169595"/>
                  <a:pt x="176662" y="169595"/>
                </a:cubicBezTo>
                <a:lnTo>
                  <a:pt x="77731" y="169595"/>
                </a:lnTo>
                <a:cubicBezTo>
                  <a:pt x="73845" y="169595"/>
                  <a:pt x="70665" y="166415"/>
                  <a:pt x="70665" y="162529"/>
                </a:cubicBezTo>
                <a:lnTo>
                  <a:pt x="70665" y="148396"/>
                </a:lnTo>
                <a:cubicBezTo>
                  <a:pt x="70665" y="144509"/>
                  <a:pt x="73845" y="141329"/>
                  <a:pt x="77731" y="141329"/>
                </a:cubicBezTo>
                <a:close/>
                <a:moveTo>
                  <a:pt x="113063" y="63598"/>
                </a:moveTo>
                <a:cubicBezTo>
                  <a:pt x="113063" y="59712"/>
                  <a:pt x="116243" y="56532"/>
                  <a:pt x="120130" y="56532"/>
                </a:cubicBezTo>
                <a:lnTo>
                  <a:pt x="134263" y="56532"/>
                </a:lnTo>
                <a:cubicBezTo>
                  <a:pt x="138149" y="56532"/>
                  <a:pt x="141329" y="59712"/>
                  <a:pt x="141329" y="63598"/>
                </a:cubicBezTo>
                <a:lnTo>
                  <a:pt x="141329" y="77731"/>
                </a:lnTo>
                <a:cubicBezTo>
                  <a:pt x="141329" y="81618"/>
                  <a:pt x="138149" y="84798"/>
                  <a:pt x="134263" y="84798"/>
                </a:cubicBezTo>
                <a:lnTo>
                  <a:pt x="120130" y="84798"/>
                </a:lnTo>
                <a:cubicBezTo>
                  <a:pt x="116243" y="84798"/>
                  <a:pt x="113063" y="81618"/>
                  <a:pt x="113063" y="77731"/>
                </a:cubicBezTo>
                <a:lnTo>
                  <a:pt x="113063" y="63598"/>
                </a:lnTo>
                <a:close/>
                <a:moveTo>
                  <a:pt x="120130" y="98930"/>
                </a:moveTo>
                <a:lnTo>
                  <a:pt x="134263" y="98930"/>
                </a:lnTo>
                <a:cubicBezTo>
                  <a:pt x="138149" y="98930"/>
                  <a:pt x="141329" y="102110"/>
                  <a:pt x="141329" y="105997"/>
                </a:cubicBezTo>
                <a:lnTo>
                  <a:pt x="141329" y="120130"/>
                </a:lnTo>
                <a:cubicBezTo>
                  <a:pt x="141329" y="124016"/>
                  <a:pt x="138149" y="127196"/>
                  <a:pt x="134263" y="127196"/>
                </a:cubicBezTo>
                <a:lnTo>
                  <a:pt x="120130" y="127196"/>
                </a:lnTo>
                <a:cubicBezTo>
                  <a:pt x="116243" y="127196"/>
                  <a:pt x="113063" y="124016"/>
                  <a:pt x="113063" y="120130"/>
                </a:cubicBezTo>
                <a:lnTo>
                  <a:pt x="113063" y="105997"/>
                </a:lnTo>
                <a:cubicBezTo>
                  <a:pt x="113063" y="102110"/>
                  <a:pt x="116243" y="98930"/>
                  <a:pt x="120130" y="98930"/>
                </a:cubicBezTo>
                <a:close/>
                <a:moveTo>
                  <a:pt x="155462" y="63598"/>
                </a:moveTo>
                <a:cubicBezTo>
                  <a:pt x="155462" y="59712"/>
                  <a:pt x="158642" y="56532"/>
                  <a:pt x="162529" y="56532"/>
                </a:cubicBezTo>
                <a:lnTo>
                  <a:pt x="176662" y="56532"/>
                </a:lnTo>
                <a:cubicBezTo>
                  <a:pt x="180548" y="56532"/>
                  <a:pt x="183728" y="59712"/>
                  <a:pt x="183728" y="63598"/>
                </a:cubicBezTo>
                <a:lnTo>
                  <a:pt x="183728" y="77731"/>
                </a:lnTo>
                <a:cubicBezTo>
                  <a:pt x="183728" y="81618"/>
                  <a:pt x="180548" y="84798"/>
                  <a:pt x="176662" y="84798"/>
                </a:cubicBezTo>
                <a:lnTo>
                  <a:pt x="162529" y="84798"/>
                </a:lnTo>
                <a:cubicBezTo>
                  <a:pt x="158642" y="84798"/>
                  <a:pt x="155462" y="81618"/>
                  <a:pt x="155462" y="77731"/>
                </a:cubicBezTo>
                <a:lnTo>
                  <a:pt x="155462" y="63598"/>
                </a:lnTo>
                <a:close/>
                <a:moveTo>
                  <a:pt x="162529" y="98930"/>
                </a:moveTo>
                <a:lnTo>
                  <a:pt x="176662" y="98930"/>
                </a:lnTo>
                <a:cubicBezTo>
                  <a:pt x="180548" y="98930"/>
                  <a:pt x="183728" y="102110"/>
                  <a:pt x="183728" y="105997"/>
                </a:cubicBezTo>
                <a:lnTo>
                  <a:pt x="183728" y="120130"/>
                </a:lnTo>
                <a:cubicBezTo>
                  <a:pt x="183728" y="124016"/>
                  <a:pt x="180548" y="127196"/>
                  <a:pt x="176662" y="127196"/>
                </a:cubicBezTo>
                <a:lnTo>
                  <a:pt x="162529" y="127196"/>
                </a:lnTo>
                <a:cubicBezTo>
                  <a:pt x="158642" y="127196"/>
                  <a:pt x="155462" y="124016"/>
                  <a:pt x="155462" y="120130"/>
                </a:cubicBezTo>
                <a:lnTo>
                  <a:pt x="155462" y="105997"/>
                </a:lnTo>
                <a:cubicBezTo>
                  <a:pt x="155462" y="102110"/>
                  <a:pt x="158642" y="98930"/>
                  <a:pt x="162529" y="98930"/>
                </a:cubicBezTo>
                <a:close/>
                <a:moveTo>
                  <a:pt x="197861" y="63598"/>
                </a:moveTo>
                <a:cubicBezTo>
                  <a:pt x="197861" y="59712"/>
                  <a:pt x="201041" y="56532"/>
                  <a:pt x="204927" y="56532"/>
                </a:cubicBezTo>
                <a:lnTo>
                  <a:pt x="219060" y="56532"/>
                </a:lnTo>
                <a:cubicBezTo>
                  <a:pt x="222947" y="56532"/>
                  <a:pt x="226127" y="59712"/>
                  <a:pt x="226127" y="63598"/>
                </a:cubicBezTo>
                <a:lnTo>
                  <a:pt x="226127" y="77731"/>
                </a:lnTo>
                <a:cubicBezTo>
                  <a:pt x="226127" y="81618"/>
                  <a:pt x="222947" y="84798"/>
                  <a:pt x="219060" y="84798"/>
                </a:cubicBezTo>
                <a:lnTo>
                  <a:pt x="204927" y="84798"/>
                </a:lnTo>
                <a:cubicBezTo>
                  <a:pt x="201041" y="84798"/>
                  <a:pt x="197861" y="81618"/>
                  <a:pt x="197861" y="77731"/>
                </a:cubicBezTo>
                <a:lnTo>
                  <a:pt x="197861" y="63598"/>
                </a:lnTo>
                <a:close/>
                <a:moveTo>
                  <a:pt x="204927" y="98930"/>
                </a:moveTo>
                <a:lnTo>
                  <a:pt x="219060" y="98930"/>
                </a:lnTo>
                <a:cubicBezTo>
                  <a:pt x="222947" y="98930"/>
                  <a:pt x="226127" y="102110"/>
                  <a:pt x="226127" y="105997"/>
                </a:cubicBezTo>
                <a:lnTo>
                  <a:pt x="226127" y="120130"/>
                </a:lnTo>
                <a:cubicBezTo>
                  <a:pt x="226127" y="124016"/>
                  <a:pt x="222947" y="127196"/>
                  <a:pt x="219060" y="127196"/>
                </a:cubicBezTo>
                <a:lnTo>
                  <a:pt x="204927" y="127196"/>
                </a:lnTo>
                <a:cubicBezTo>
                  <a:pt x="201041" y="127196"/>
                  <a:pt x="197861" y="124016"/>
                  <a:pt x="197861" y="120130"/>
                </a:cubicBezTo>
                <a:lnTo>
                  <a:pt x="197861" y="105997"/>
                </a:lnTo>
                <a:cubicBezTo>
                  <a:pt x="197861" y="102110"/>
                  <a:pt x="201041" y="98930"/>
                  <a:pt x="204927" y="9893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394448" y="3467277"/>
            <a:ext cx="4475425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Manual Result Entry Interface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94448" y="3806467"/>
            <a:ext cx="4456581" cy="48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Intuitive data entry forms designed specifically for technicians to input results from semi-automatic equipment efficiently.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394448" y="4409471"/>
            <a:ext cx="800866" cy="263815"/>
          </a:xfrm>
          <a:custGeom>
            <a:avLst/>
            <a:gdLst/>
            <a:ahLst/>
            <a:cxnLst/>
            <a:rect l="l" t="t" r="r" b="b"/>
            <a:pathLst>
              <a:path w="800866" h="263815">
                <a:moveTo>
                  <a:pt x="131907" y="0"/>
                </a:moveTo>
                <a:lnTo>
                  <a:pt x="668958" y="0"/>
                </a:lnTo>
                <a:cubicBezTo>
                  <a:pt x="741760" y="0"/>
                  <a:pt x="800866" y="59106"/>
                  <a:pt x="800866" y="131907"/>
                </a:cubicBezTo>
                <a:lnTo>
                  <a:pt x="800866" y="131907"/>
                </a:lnTo>
                <a:cubicBezTo>
                  <a:pt x="800866" y="204709"/>
                  <a:pt x="741760" y="263815"/>
                  <a:pt x="668958" y="263815"/>
                </a:cubicBezTo>
                <a:lnTo>
                  <a:pt x="131907" y="263815"/>
                </a:lnTo>
                <a:cubicBezTo>
                  <a:pt x="59106" y="263815"/>
                  <a:pt x="0" y="204709"/>
                  <a:pt x="0" y="131907"/>
                </a:cubicBezTo>
                <a:lnTo>
                  <a:pt x="0" y="131907"/>
                </a:lnTo>
                <a:cubicBezTo>
                  <a:pt x="0" y="59106"/>
                  <a:pt x="59106" y="0"/>
                  <a:pt x="131907" y="0"/>
                </a:cubicBezTo>
                <a:close/>
              </a:path>
            </a:pathLst>
          </a:custGeom>
          <a:solidFill>
            <a:srgbClr val="7C3AED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394448" y="4409471"/>
            <a:ext cx="866819" cy="263815"/>
          </a:xfrm>
          <a:prstGeom prst="rect">
            <a:avLst/>
          </a:prstGeom>
          <a:noFill/>
          <a:ln/>
        </p:spPr>
        <p:txBody>
          <a:bodyPr wrap="square" lIns="113063" tIns="37688" rIns="113063" bIns="37688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266332" y="4409471"/>
            <a:ext cx="885663" cy="263815"/>
          </a:xfrm>
          <a:custGeom>
            <a:avLst/>
            <a:gdLst/>
            <a:ahLst/>
            <a:cxnLst/>
            <a:rect l="l" t="t" r="r" b="b"/>
            <a:pathLst>
              <a:path w="885663" h="263815">
                <a:moveTo>
                  <a:pt x="131907" y="0"/>
                </a:moveTo>
                <a:lnTo>
                  <a:pt x="753756" y="0"/>
                </a:lnTo>
                <a:cubicBezTo>
                  <a:pt x="826557" y="0"/>
                  <a:pt x="885663" y="59106"/>
                  <a:pt x="885663" y="131907"/>
                </a:cubicBezTo>
                <a:lnTo>
                  <a:pt x="885663" y="131907"/>
                </a:lnTo>
                <a:cubicBezTo>
                  <a:pt x="885663" y="204709"/>
                  <a:pt x="826557" y="263815"/>
                  <a:pt x="753756" y="263815"/>
                </a:cubicBezTo>
                <a:lnTo>
                  <a:pt x="131907" y="263815"/>
                </a:lnTo>
                <a:cubicBezTo>
                  <a:pt x="59106" y="263815"/>
                  <a:pt x="0" y="204709"/>
                  <a:pt x="0" y="131907"/>
                </a:cubicBezTo>
                <a:lnTo>
                  <a:pt x="0" y="131907"/>
                </a:lnTo>
                <a:cubicBezTo>
                  <a:pt x="0" y="59106"/>
                  <a:pt x="59106" y="0"/>
                  <a:pt x="131907" y="0"/>
                </a:cubicBezTo>
                <a:close/>
              </a:path>
            </a:pathLst>
          </a:custGeom>
          <a:solidFill>
            <a:srgbClr val="7C3AED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266332" y="4409471"/>
            <a:ext cx="951617" cy="263815"/>
          </a:xfrm>
          <a:prstGeom prst="rect">
            <a:avLst/>
          </a:prstGeom>
          <a:noFill/>
          <a:ln/>
        </p:spPr>
        <p:txBody>
          <a:bodyPr wrap="square" lIns="113063" tIns="37688" rIns="113063" bIns="37688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Quick Entry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0006" y="1432136"/>
            <a:ext cx="5606059" cy="1658263"/>
          </a:xfrm>
          <a:custGeom>
            <a:avLst/>
            <a:gdLst/>
            <a:ahLst/>
            <a:cxnLst/>
            <a:rect l="l" t="t" r="r" b="b"/>
            <a:pathLst>
              <a:path w="5606059" h="1658263">
                <a:moveTo>
                  <a:pt x="37688" y="0"/>
                </a:moveTo>
                <a:lnTo>
                  <a:pt x="5455306" y="0"/>
                </a:lnTo>
                <a:cubicBezTo>
                  <a:pt x="5538564" y="0"/>
                  <a:pt x="5606059" y="67494"/>
                  <a:pt x="5606059" y="150753"/>
                </a:cubicBezTo>
                <a:lnTo>
                  <a:pt x="5606059" y="1507510"/>
                </a:lnTo>
                <a:cubicBezTo>
                  <a:pt x="5606059" y="1590768"/>
                  <a:pt x="5538564" y="1658263"/>
                  <a:pt x="5455306" y="1658263"/>
                </a:cubicBezTo>
                <a:lnTo>
                  <a:pt x="37688" y="1658263"/>
                </a:lnTo>
                <a:cubicBezTo>
                  <a:pt x="16873" y="1658263"/>
                  <a:pt x="0" y="1641389"/>
                  <a:pt x="0" y="1620575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1329" dist="94219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210006" y="1432136"/>
            <a:ext cx="37688" cy="1658263"/>
          </a:xfrm>
          <a:custGeom>
            <a:avLst/>
            <a:gdLst/>
            <a:ahLst/>
            <a:cxnLst/>
            <a:rect l="l" t="t" r="r" b="b"/>
            <a:pathLst>
              <a:path w="37688" h="1658263">
                <a:moveTo>
                  <a:pt x="37688" y="0"/>
                </a:moveTo>
                <a:lnTo>
                  <a:pt x="37688" y="0"/>
                </a:lnTo>
                <a:lnTo>
                  <a:pt x="37688" y="1658263"/>
                </a:lnTo>
                <a:lnTo>
                  <a:pt x="37688" y="1658263"/>
                </a:lnTo>
                <a:cubicBezTo>
                  <a:pt x="16873" y="1658263"/>
                  <a:pt x="0" y="1641389"/>
                  <a:pt x="0" y="1620575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54977" y="1658263"/>
            <a:ext cx="603005" cy="603005"/>
          </a:xfrm>
          <a:custGeom>
            <a:avLst/>
            <a:gdLst/>
            <a:ahLst/>
            <a:cxnLst/>
            <a:rect l="l" t="t" r="r" b="b"/>
            <a:pathLst>
              <a:path w="603005" h="603005">
                <a:moveTo>
                  <a:pt x="113063" y="0"/>
                </a:moveTo>
                <a:lnTo>
                  <a:pt x="489941" y="0"/>
                </a:lnTo>
                <a:cubicBezTo>
                  <a:pt x="552384" y="0"/>
                  <a:pt x="603005" y="50620"/>
                  <a:pt x="603005" y="113063"/>
                </a:cubicBezTo>
                <a:lnTo>
                  <a:pt x="603005" y="489941"/>
                </a:lnTo>
                <a:cubicBezTo>
                  <a:pt x="603005" y="552384"/>
                  <a:pt x="552384" y="603005"/>
                  <a:pt x="489941" y="603005"/>
                </a:cubicBezTo>
                <a:lnTo>
                  <a:pt x="113063" y="603005"/>
                </a:lnTo>
                <a:cubicBezTo>
                  <a:pt x="50620" y="603005"/>
                  <a:pt x="0" y="552384"/>
                  <a:pt x="0" y="489941"/>
                </a:cubicBezTo>
                <a:lnTo>
                  <a:pt x="0" y="113063"/>
                </a:lnTo>
                <a:cubicBezTo>
                  <a:pt x="0" y="50620"/>
                  <a:pt x="50620" y="0"/>
                  <a:pt x="113063" y="0"/>
                </a:cubicBezTo>
                <a:close/>
              </a:path>
            </a:pathLst>
          </a:custGeom>
          <a:gradFill flip="none" rotWithShape="1">
            <a:gsLst>
              <a:gs pos="0">
                <a:srgbClr val="0EA5E9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629283" y="1846702"/>
            <a:ext cx="254393" cy="226127"/>
          </a:xfrm>
          <a:custGeom>
            <a:avLst/>
            <a:gdLst/>
            <a:ahLst/>
            <a:cxnLst/>
            <a:rect l="l" t="t" r="r" b="b"/>
            <a:pathLst>
              <a:path w="254393" h="226127">
                <a:moveTo>
                  <a:pt x="42399" y="0"/>
                </a:moveTo>
                <a:cubicBezTo>
                  <a:pt x="26808" y="0"/>
                  <a:pt x="14133" y="12675"/>
                  <a:pt x="14133" y="28266"/>
                </a:cubicBezTo>
                <a:lnTo>
                  <a:pt x="14133" y="197861"/>
                </a:lnTo>
                <a:cubicBezTo>
                  <a:pt x="14133" y="213451"/>
                  <a:pt x="26808" y="226127"/>
                  <a:pt x="42399" y="226127"/>
                </a:cubicBezTo>
                <a:lnTo>
                  <a:pt x="77731" y="226127"/>
                </a:lnTo>
                <a:lnTo>
                  <a:pt x="77731" y="176662"/>
                </a:lnTo>
                <a:cubicBezTo>
                  <a:pt x="77731" y="161071"/>
                  <a:pt x="90407" y="148396"/>
                  <a:pt x="105997" y="148396"/>
                </a:cubicBezTo>
                <a:lnTo>
                  <a:pt x="183728" y="148396"/>
                </a:lnTo>
                <a:lnTo>
                  <a:pt x="183728" y="75302"/>
                </a:lnTo>
                <a:cubicBezTo>
                  <a:pt x="183728" y="67794"/>
                  <a:pt x="180769" y="60595"/>
                  <a:pt x="175469" y="55295"/>
                </a:cubicBezTo>
                <a:lnTo>
                  <a:pt x="128389" y="8259"/>
                </a:lnTo>
                <a:cubicBezTo>
                  <a:pt x="123089" y="2959"/>
                  <a:pt x="115934" y="0"/>
                  <a:pt x="108426" y="0"/>
                </a:cubicBezTo>
                <a:lnTo>
                  <a:pt x="42399" y="0"/>
                </a:lnTo>
                <a:close/>
                <a:moveTo>
                  <a:pt x="157891" y="77731"/>
                </a:moveTo>
                <a:lnTo>
                  <a:pt x="116597" y="77731"/>
                </a:lnTo>
                <a:cubicBezTo>
                  <a:pt x="110723" y="77731"/>
                  <a:pt x="105997" y="73005"/>
                  <a:pt x="105997" y="67131"/>
                </a:cubicBezTo>
                <a:lnTo>
                  <a:pt x="105997" y="25837"/>
                </a:lnTo>
                <a:lnTo>
                  <a:pt x="157891" y="77731"/>
                </a:lnTo>
                <a:close/>
                <a:moveTo>
                  <a:pt x="105997" y="167828"/>
                </a:moveTo>
                <a:cubicBezTo>
                  <a:pt x="101139" y="167828"/>
                  <a:pt x="97164" y="171803"/>
                  <a:pt x="97164" y="176662"/>
                </a:cubicBezTo>
                <a:lnTo>
                  <a:pt x="97164" y="233193"/>
                </a:lnTo>
                <a:cubicBezTo>
                  <a:pt x="97164" y="238051"/>
                  <a:pt x="101139" y="242026"/>
                  <a:pt x="105997" y="242026"/>
                </a:cubicBezTo>
                <a:cubicBezTo>
                  <a:pt x="110855" y="242026"/>
                  <a:pt x="114830" y="238051"/>
                  <a:pt x="114830" y="233193"/>
                </a:cubicBezTo>
                <a:lnTo>
                  <a:pt x="114830" y="220827"/>
                </a:lnTo>
                <a:lnTo>
                  <a:pt x="120130" y="220827"/>
                </a:lnTo>
                <a:cubicBezTo>
                  <a:pt x="134749" y="220827"/>
                  <a:pt x="146629" y="208946"/>
                  <a:pt x="146629" y="194328"/>
                </a:cubicBezTo>
                <a:cubicBezTo>
                  <a:pt x="146629" y="179709"/>
                  <a:pt x="134749" y="167828"/>
                  <a:pt x="120130" y="167828"/>
                </a:cubicBezTo>
                <a:lnTo>
                  <a:pt x="105997" y="167828"/>
                </a:lnTo>
                <a:close/>
                <a:moveTo>
                  <a:pt x="120130" y="203161"/>
                </a:moveTo>
                <a:lnTo>
                  <a:pt x="114830" y="203161"/>
                </a:lnTo>
                <a:lnTo>
                  <a:pt x="114830" y="185495"/>
                </a:lnTo>
                <a:lnTo>
                  <a:pt x="120130" y="185495"/>
                </a:lnTo>
                <a:cubicBezTo>
                  <a:pt x="124988" y="185495"/>
                  <a:pt x="128963" y="189469"/>
                  <a:pt x="128963" y="194328"/>
                </a:cubicBezTo>
                <a:cubicBezTo>
                  <a:pt x="128963" y="199186"/>
                  <a:pt x="124988" y="203161"/>
                  <a:pt x="120130" y="203161"/>
                </a:cubicBezTo>
                <a:close/>
                <a:moveTo>
                  <a:pt x="162529" y="167828"/>
                </a:moveTo>
                <a:cubicBezTo>
                  <a:pt x="157670" y="167828"/>
                  <a:pt x="153696" y="171803"/>
                  <a:pt x="153696" y="176662"/>
                </a:cubicBezTo>
                <a:lnTo>
                  <a:pt x="153696" y="233193"/>
                </a:lnTo>
                <a:cubicBezTo>
                  <a:pt x="153696" y="238051"/>
                  <a:pt x="157670" y="242026"/>
                  <a:pt x="162529" y="242026"/>
                </a:cubicBezTo>
                <a:lnTo>
                  <a:pt x="176662" y="242026"/>
                </a:lnTo>
                <a:cubicBezTo>
                  <a:pt x="189337" y="242026"/>
                  <a:pt x="199628" y="231736"/>
                  <a:pt x="199628" y="219060"/>
                </a:cubicBezTo>
                <a:lnTo>
                  <a:pt x="199628" y="190794"/>
                </a:lnTo>
                <a:cubicBezTo>
                  <a:pt x="199628" y="178119"/>
                  <a:pt x="189337" y="167828"/>
                  <a:pt x="176662" y="167828"/>
                </a:cubicBezTo>
                <a:lnTo>
                  <a:pt x="162529" y="167828"/>
                </a:lnTo>
                <a:close/>
                <a:moveTo>
                  <a:pt x="171362" y="224360"/>
                </a:moveTo>
                <a:lnTo>
                  <a:pt x="171362" y="185495"/>
                </a:lnTo>
                <a:lnTo>
                  <a:pt x="176662" y="185495"/>
                </a:lnTo>
                <a:cubicBezTo>
                  <a:pt x="179576" y="185495"/>
                  <a:pt x="181961" y="187880"/>
                  <a:pt x="181961" y="190794"/>
                </a:cubicBezTo>
                <a:lnTo>
                  <a:pt x="181961" y="219060"/>
                </a:lnTo>
                <a:cubicBezTo>
                  <a:pt x="181961" y="221975"/>
                  <a:pt x="179576" y="224360"/>
                  <a:pt x="176662" y="224360"/>
                </a:cubicBezTo>
                <a:lnTo>
                  <a:pt x="171362" y="224360"/>
                </a:lnTo>
                <a:close/>
                <a:moveTo>
                  <a:pt x="210227" y="176662"/>
                </a:moveTo>
                <a:lnTo>
                  <a:pt x="210227" y="233193"/>
                </a:lnTo>
                <a:cubicBezTo>
                  <a:pt x="210227" y="238051"/>
                  <a:pt x="214202" y="242026"/>
                  <a:pt x="219060" y="242026"/>
                </a:cubicBezTo>
                <a:cubicBezTo>
                  <a:pt x="223918" y="242026"/>
                  <a:pt x="227893" y="238051"/>
                  <a:pt x="227893" y="233193"/>
                </a:cubicBezTo>
                <a:lnTo>
                  <a:pt x="227893" y="213760"/>
                </a:lnTo>
                <a:lnTo>
                  <a:pt x="240260" y="213760"/>
                </a:lnTo>
                <a:cubicBezTo>
                  <a:pt x="245118" y="213760"/>
                  <a:pt x="249093" y="209786"/>
                  <a:pt x="249093" y="204927"/>
                </a:cubicBezTo>
                <a:cubicBezTo>
                  <a:pt x="249093" y="200069"/>
                  <a:pt x="245118" y="196094"/>
                  <a:pt x="240260" y="196094"/>
                </a:cubicBezTo>
                <a:lnTo>
                  <a:pt x="227893" y="196094"/>
                </a:lnTo>
                <a:lnTo>
                  <a:pt x="227893" y="185495"/>
                </a:lnTo>
                <a:lnTo>
                  <a:pt x="240260" y="185495"/>
                </a:lnTo>
                <a:cubicBezTo>
                  <a:pt x="245118" y="185495"/>
                  <a:pt x="249093" y="181520"/>
                  <a:pt x="249093" y="176662"/>
                </a:cubicBezTo>
                <a:cubicBezTo>
                  <a:pt x="249093" y="171803"/>
                  <a:pt x="245118" y="167828"/>
                  <a:pt x="240260" y="167828"/>
                </a:cubicBezTo>
                <a:lnTo>
                  <a:pt x="219060" y="167828"/>
                </a:lnTo>
                <a:cubicBezTo>
                  <a:pt x="214202" y="167828"/>
                  <a:pt x="210227" y="171803"/>
                  <a:pt x="210227" y="17666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208732" y="1658263"/>
            <a:ext cx="4475425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Report Generation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08732" y="1997453"/>
            <a:ext cx="4456581" cy="48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PDF report creation using React-PDF with professional formatting, lab headers, and digital signatures.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208732" y="2600457"/>
            <a:ext cx="866819" cy="263815"/>
          </a:xfrm>
          <a:custGeom>
            <a:avLst/>
            <a:gdLst/>
            <a:ahLst/>
            <a:cxnLst/>
            <a:rect l="l" t="t" r="r" b="b"/>
            <a:pathLst>
              <a:path w="866819" h="263815">
                <a:moveTo>
                  <a:pt x="131907" y="0"/>
                </a:moveTo>
                <a:lnTo>
                  <a:pt x="734912" y="0"/>
                </a:lnTo>
                <a:cubicBezTo>
                  <a:pt x="807714" y="0"/>
                  <a:pt x="866819" y="59106"/>
                  <a:pt x="866819" y="131907"/>
                </a:cubicBezTo>
                <a:lnTo>
                  <a:pt x="866819" y="131907"/>
                </a:lnTo>
                <a:cubicBezTo>
                  <a:pt x="866819" y="204709"/>
                  <a:pt x="807714" y="263815"/>
                  <a:pt x="734912" y="263815"/>
                </a:cubicBezTo>
                <a:lnTo>
                  <a:pt x="131907" y="263815"/>
                </a:lnTo>
                <a:cubicBezTo>
                  <a:pt x="59106" y="263815"/>
                  <a:pt x="0" y="204709"/>
                  <a:pt x="0" y="131907"/>
                </a:cubicBezTo>
                <a:lnTo>
                  <a:pt x="0" y="131907"/>
                </a:lnTo>
                <a:cubicBezTo>
                  <a:pt x="0" y="59106"/>
                  <a:pt x="59106" y="0"/>
                  <a:pt x="131907" y="0"/>
                </a:cubicBezTo>
                <a:close/>
              </a:path>
            </a:pathLst>
          </a:custGeom>
          <a:solidFill>
            <a:srgbClr val="0EA5E9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208732" y="2600457"/>
            <a:ext cx="932773" cy="263815"/>
          </a:xfrm>
          <a:prstGeom prst="rect">
            <a:avLst/>
          </a:prstGeom>
          <a:noFill/>
          <a:ln/>
        </p:spPr>
        <p:txBody>
          <a:bodyPr wrap="square" lIns="113063" tIns="37688" rIns="113063" bIns="37688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0EA5E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&lt;5 Seconds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54107" y="2600457"/>
            <a:ext cx="1347338" cy="263815"/>
          </a:xfrm>
          <a:custGeom>
            <a:avLst/>
            <a:gdLst/>
            <a:ahLst/>
            <a:cxnLst/>
            <a:rect l="l" t="t" r="r" b="b"/>
            <a:pathLst>
              <a:path w="1347338" h="263815">
                <a:moveTo>
                  <a:pt x="131907" y="0"/>
                </a:moveTo>
                <a:lnTo>
                  <a:pt x="1215431" y="0"/>
                </a:lnTo>
                <a:cubicBezTo>
                  <a:pt x="1288233" y="0"/>
                  <a:pt x="1347338" y="59106"/>
                  <a:pt x="1347338" y="131907"/>
                </a:cubicBezTo>
                <a:lnTo>
                  <a:pt x="1347338" y="131907"/>
                </a:lnTo>
                <a:cubicBezTo>
                  <a:pt x="1347338" y="204709"/>
                  <a:pt x="1288233" y="263815"/>
                  <a:pt x="1215431" y="263815"/>
                </a:cubicBezTo>
                <a:lnTo>
                  <a:pt x="131907" y="263815"/>
                </a:lnTo>
                <a:cubicBezTo>
                  <a:pt x="59106" y="263815"/>
                  <a:pt x="0" y="204709"/>
                  <a:pt x="0" y="131907"/>
                </a:cubicBezTo>
                <a:lnTo>
                  <a:pt x="0" y="131907"/>
                </a:lnTo>
                <a:cubicBezTo>
                  <a:pt x="0" y="59106"/>
                  <a:pt x="59106" y="0"/>
                  <a:pt x="131907" y="0"/>
                </a:cubicBezTo>
                <a:close/>
              </a:path>
            </a:pathLst>
          </a:custGeom>
          <a:solidFill>
            <a:srgbClr val="0EA5E9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154107" y="2600457"/>
            <a:ext cx="1413292" cy="263815"/>
          </a:xfrm>
          <a:prstGeom prst="rect">
            <a:avLst/>
          </a:prstGeom>
          <a:noFill/>
          <a:ln/>
        </p:spPr>
        <p:txBody>
          <a:bodyPr wrap="square" lIns="113063" tIns="37688" rIns="113063" bIns="37688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0EA5E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Professional Format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10006" y="3241150"/>
            <a:ext cx="5606059" cy="1658263"/>
          </a:xfrm>
          <a:custGeom>
            <a:avLst/>
            <a:gdLst/>
            <a:ahLst/>
            <a:cxnLst/>
            <a:rect l="l" t="t" r="r" b="b"/>
            <a:pathLst>
              <a:path w="5606059" h="1658263">
                <a:moveTo>
                  <a:pt x="37688" y="0"/>
                </a:moveTo>
                <a:lnTo>
                  <a:pt x="5455306" y="0"/>
                </a:lnTo>
                <a:cubicBezTo>
                  <a:pt x="5538564" y="0"/>
                  <a:pt x="5606059" y="67494"/>
                  <a:pt x="5606059" y="150753"/>
                </a:cubicBezTo>
                <a:lnTo>
                  <a:pt x="5606059" y="1507510"/>
                </a:lnTo>
                <a:cubicBezTo>
                  <a:pt x="5606059" y="1590768"/>
                  <a:pt x="5538564" y="1658263"/>
                  <a:pt x="5455306" y="1658263"/>
                </a:cubicBezTo>
                <a:lnTo>
                  <a:pt x="37688" y="1658263"/>
                </a:lnTo>
                <a:cubicBezTo>
                  <a:pt x="16873" y="1658263"/>
                  <a:pt x="0" y="1641389"/>
                  <a:pt x="0" y="1620575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1329" dist="94219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210006" y="3241150"/>
            <a:ext cx="37688" cy="1658263"/>
          </a:xfrm>
          <a:custGeom>
            <a:avLst/>
            <a:gdLst/>
            <a:ahLst/>
            <a:cxnLst/>
            <a:rect l="l" t="t" r="r" b="b"/>
            <a:pathLst>
              <a:path w="37688" h="1658263">
                <a:moveTo>
                  <a:pt x="37688" y="0"/>
                </a:moveTo>
                <a:lnTo>
                  <a:pt x="37688" y="0"/>
                </a:lnTo>
                <a:lnTo>
                  <a:pt x="37688" y="1658263"/>
                </a:lnTo>
                <a:lnTo>
                  <a:pt x="37688" y="1658263"/>
                </a:lnTo>
                <a:cubicBezTo>
                  <a:pt x="16873" y="1658263"/>
                  <a:pt x="0" y="1641389"/>
                  <a:pt x="0" y="1620575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454977" y="3467277"/>
            <a:ext cx="603005" cy="603005"/>
          </a:xfrm>
          <a:custGeom>
            <a:avLst/>
            <a:gdLst/>
            <a:ahLst/>
            <a:cxnLst/>
            <a:rect l="l" t="t" r="r" b="b"/>
            <a:pathLst>
              <a:path w="603005" h="603005">
                <a:moveTo>
                  <a:pt x="113063" y="0"/>
                </a:moveTo>
                <a:lnTo>
                  <a:pt x="489941" y="0"/>
                </a:lnTo>
                <a:cubicBezTo>
                  <a:pt x="552384" y="0"/>
                  <a:pt x="603005" y="50620"/>
                  <a:pt x="603005" y="113063"/>
                </a:cubicBezTo>
                <a:lnTo>
                  <a:pt x="603005" y="489941"/>
                </a:lnTo>
                <a:cubicBezTo>
                  <a:pt x="603005" y="552384"/>
                  <a:pt x="552384" y="603005"/>
                  <a:pt x="489941" y="603005"/>
                </a:cubicBezTo>
                <a:lnTo>
                  <a:pt x="113063" y="603005"/>
                </a:lnTo>
                <a:cubicBezTo>
                  <a:pt x="50620" y="603005"/>
                  <a:pt x="0" y="552384"/>
                  <a:pt x="0" y="489941"/>
                </a:cubicBezTo>
                <a:lnTo>
                  <a:pt x="0" y="113063"/>
                </a:lnTo>
                <a:cubicBezTo>
                  <a:pt x="0" y="50620"/>
                  <a:pt x="50620" y="0"/>
                  <a:pt x="113063" y="0"/>
                </a:cubicBezTo>
                <a:close/>
              </a:path>
            </a:pathLst>
          </a:custGeom>
          <a:gradFill flip="none" rotWithShape="1">
            <a:gsLst>
              <a:gs pos="0">
                <a:srgbClr val="EC4899"/>
              </a:gs>
              <a:gs pos="100000">
                <a:srgbClr val="F59E0B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657548" y="3655716"/>
            <a:ext cx="197861" cy="226127"/>
          </a:xfrm>
          <a:custGeom>
            <a:avLst/>
            <a:gdLst/>
            <a:ahLst/>
            <a:cxnLst/>
            <a:rect l="l" t="t" r="r" b="b"/>
            <a:pathLst>
              <a:path w="197861" h="226127">
                <a:moveTo>
                  <a:pt x="98930" y="0"/>
                </a:moveTo>
                <a:cubicBezTo>
                  <a:pt x="91113" y="0"/>
                  <a:pt x="84798" y="6316"/>
                  <a:pt x="84798" y="14133"/>
                </a:cubicBezTo>
                <a:lnTo>
                  <a:pt x="84798" y="15546"/>
                </a:lnTo>
                <a:cubicBezTo>
                  <a:pt x="52557" y="22083"/>
                  <a:pt x="28266" y="50614"/>
                  <a:pt x="28266" y="84798"/>
                </a:cubicBezTo>
                <a:lnTo>
                  <a:pt x="28266" y="94381"/>
                </a:lnTo>
                <a:cubicBezTo>
                  <a:pt x="28266" y="115625"/>
                  <a:pt x="21023" y="136250"/>
                  <a:pt x="7773" y="152856"/>
                </a:cubicBezTo>
                <a:lnTo>
                  <a:pt x="3445" y="158245"/>
                </a:lnTo>
                <a:cubicBezTo>
                  <a:pt x="1192" y="161027"/>
                  <a:pt x="0" y="164472"/>
                  <a:pt x="0" y="168049"/>
                </a:cubicBezTo>
                <a:cubicBezTo>
                  <a:pt x="0" y="176706"/>
                  <a:pt x="7022" y="183728"/>
                  <a:pt x="15679" y="183728"/>
                </a:cubicBezTo>
                <a:lnTo>
                  <a:pt x="182138" y="183728"/>
                </a:lnTo>
                <a:cubicBezTo>
                  <a:pt x="190794" y="183728"/>
                  <a:pt x="197817" y="176706"/>
                  <a:pt x="197817" y="168049"/>
                </a:cubicBezTo>
                <a:cubicBezTo>
                  <a:pt x="197817" y="164472"/>
                  <a:pt x="196624" y="161027"/>
                  <a:pt x="194372" y="158245"/>
                </a:cubicBezTo>
                <a:lnTo>
                  <a:pt x="190044" y="152856"/>
                </a:lnTo>
                <a:cubicBezTo>
                  <a:pt x="176838" y="136250"/>
                  <a:pt x="169595" y="115625"/>
                  <a:pt x="169595" y="94381"/>
                </a:cubicBezTo>
                <a:lnTo>
                  <a:pt x="169595" y="84798"/>
                </a:lnTo>
                <a:cubicBezTo>
                  <a:pt x="169595" y="50614"/>
                  <a:pt x="145304" y="22083"/>
                  <a:pt x="113063" y="15546"/>
                </a:cubicBezTo>
                <a:lnTo>
                  <a:pt x="113063" y="14133"/>
                </a:lnTo>
                <a:cubicBezTo>
                  <a:pt x="113063" y="6316"/>
                  <a:pt x="106748" y="0"/>
                  <a:pt x="98930" y="0"/>
                </a:cubicBezTo>
                <a:close/>
                <a:moveTo>
                  <a:pt x="71548" y="204927"/>
                </a:moveTo>
                <a:cubicBezTo>
                  <a:pt x="74684" y="217117"/>
                  <a:pt x="85769" y="226127"/>
                  <a:pt x="98930" y="226127"/>
                </a:cubicBezTo>
                <a:cubicBezTo>
                  <a:pt x="112092" y="226127"/>
                  <a:pt x="123177" y="217117"/>
                  <a:pt x="126313" y="204927"/>
                </a:cubicBezTo>
                <a:lnTo>
                  <a:pt x="71548" y="204927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208732" y="3467277"/>
            <a:ext cx="4475425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SMS/Email Notifications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208732" y="3806467"/>
            <a:ext cx="4456581" cy="48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multi-channel notification system for appointment reminders, status updates, and result availability alerts.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208732" y="4409471"/>
            <a:ext cx="1017570" cy="263815"/>
          </a:xfrm>
          <a:custGeom>
            <a:avLst/>
            <a:gdLst/>
            <a:ahLst/>
            <a:cxnLst/>
            <a:rect l="l" t="t" r="r" b="b"/>
            <a:pathLst>
              <a:path w="1017570" h="263815">
                <a:moveTo>
                  <a:pt x="131907" y="0"/>
                </a:moveTo>
                <a:lnTo>
                  <a:pt x="885663" y="0"/>
                </a:lnTo>
                <a:cubicBezTo>
                  <a:pt x="958465" y="0"/>
                  <a:pt x="1017570" y="59106"/>
                  <a:pt x="1017570" y="131907"/>
                </a:cubicBezTo>
                <a:lnTo>
                  <a:pt x="1017570" y="131907"/>
                </a:lnTo>
                <a:cubicBezTo>
                  <a:pt x="1017570" y="204709"/>
                  <a:pt x="958465" y="263815"/>
                  <a:pt x="885663" y="263815"/>
                </a:cubicBezTo>
                <a:lnTo>
                  <a:pt x="131907" y="263815"/>
                </a:lnTo>
                <a:cubicBezTo>
                  <a:pt x="59106" y="263815"/>
                  <a:pt x="0" y="204709"/>
                  <a:pt x="0" y="131907"/>
                </a:cubicBezTo>
                <a:lnTo>
                  <a:pt x="0" y="131907"/>
                </a:lnTo>
                <a:cubicBezTo>
                  <a:pt x="0" y="59106"/>
                  <a:pt x="59106" y="0"/>
                  <a:pt x="131907" y="0"/>
                </a:cubicBezTo>
                <a:close/>
              </a:path>
            </a:pathLst>
          </a:custGeom>
          <a:solidFill>
            <a:srgbClr val="EC4899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208732" y="4409471"/>
            <a:ext cx="1083524" cy="263815"/>
          </a:xfrm>
          <a:prstGeom prst="rect">
            <a:avLst/>
          </a:prstGeom>
          <a:noFill/>
          <a:ln/>
        </p:spPr>
        <p:txBody>
          <a:bodyPr wrap="square" lIns="113063" tIns="37688" rIns="113063" bIns="37688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EC48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SMS Gateway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305565" y="4409471"/>
            <a:ext cx="1177743" cy="263815"/>
          </a:xfrm>
          <a:custGeom>
            <a:avLst/>
            <a:gdLst/>
            <a:ahLst/>
            <a:cxnLst/>
            <a:rect l="l" t="t" r="r" b="b"/>
            <a:pathLst>
              <a:path w="1177743" h="263815">
                <a:moveTo>
                  <a:pt x="131907" y="0"/>
                </a:moveTo>
                <a:lnTo>
                  <a:pt x="1045836" y="0"/>
                </a:lnTo>
                <a:cubicBezTo>
                  <a:pt x="1118638" y="0"/>
                  <a:pt x="1177743" y="59106"/>
                  <a:pt x="1177743" y="131907"/>
                </a:cubicBezTo>
                <a:lnTo>
                  <a:pt x="1177743" y="131907"/>
                </a:lnTo>
                <a:cubicBezTo>
                  <a:pt x="1177743" y="204709"/>
                  <a:pt x="1118638" y="263815"/>
                  <a:pt x="1045836" y="263815"/>
                </a:cubicBezTo>
                <a:lnTo>
                  <a:pt x="131907" y="263815"/>
                </a:lnTo>
                <a:cubicBezTo>
                  <a:pt x="59106" y="263815"/>
                  <a:pt x="0" y="204709"/>
                  <a:pt x="0" y="131907"/>
                </a:cubicBezTo>
                <a:lnTo>
                  <a:pt x="0" y="131907"/>
                </a:lnTo>
                <a:cubicBezTo>
                  <a:pt x="0" y="59106"/>
                  <a:pt x="59106" y="0"/>
                  <a:pt x="131907" y="0"/>
                </a:cubicBezTo>
                <a:close/>
              </a:path>
            </a:pathLst>
          </a:custGeom>
          <a:solidFill>
            <a:srgbClr val="EC4899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305565" y="4409471"/>
            <a:ext cx="1243697" cy="263815"/>
          </a:xfrm>
          <a:prstGeom prst="rect">
            <a:avLst/>
          </a:prstGeom>
          <a:noFill/>
          <a:ln/>
        </p:spPr>
        <p:txBody>
          <a:bodyPr wrap="square" lIns="113063" tIns="37688" rIns="113063" bIns="37688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EC48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Email Integration</a:t>
            </a:r>
            <a:endParaRPr lang="en-US" sz="1600" dirty="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54D02BD-9C61-7EF2-0711-C746D963D4B4}"/>
              </a:ext>
            </a:extLst>
          </p:cNvPr>
          <p:cNvGrpSpPr/>
          <p:nvPr/>
        </p:nvGrpSpPr>
        <p:grpSpPr>
          <a:xfrm>
            <a:off x="376878" y="5050164"/>
            <a:ext cx="11438244" cy="1771326"/>
            <a:chOff x="376878" y="5087852"/>
            <a:chExt cx="11438244" cy="1771326"/>
          </a:xfrm>
        </p:grpSpPr>
        <p:sp>
          <p:nvSpPr>
            <p:cNvPr id="47" name="Shape 45"/>
            <p:cNvSpPr/>
            <p:nvPr/>
          </p:nvSpPr>
          <p:spPr>
            <a:xfrm>
              <a:off x="376878" y="5087852"/>
              <a:ext cx="11438244" cy="1771326"/>
            </a:xfrm>
            <a:custGeom>
              <a:avLst/>
              <a:gdLst/>
              <a:ahLst/>
              <a:cxnLst/>
              <a:rect l="l" t="t" r="r" b="b"/>
              <a:pathLst>
                <a:path w="11438244" h="1771326">
                  <a:moveTo>
                    <a:pt x="150758" y="0"/>
                  </a:moveTo>
                  <a:lnTo>
                    <a:pt x="11287487" y="0"/>
                  </a:lnTo>
                  <a:cubicBezTo>
                    <a:pt x="11370748" y="0"/>
                    <a:pt x="11438244" y="67496"/>
                    <a:pt x="11438244" y="150758"/>
                  </a:cubicBezTo>
                  <a:lnTo>
                    <a:pt x="11438244" y="1620569"/>
                  </a:lnTo>
                  <a:cubicBezTo>
                    <a:pt x="11438244" y="1703830"/>
                    <a:pt x="11370748" y="1771326"/>
                    <a:pt x="11287487" y="1771326"/>
                  </a:cubicBezTo>
                  <a:lnTo>
                    <a:pt x="150758" y="1771326"/>
                  </a:lnTo>
                  <a:cubicBezTo>
                    <a:pt x="67552" y="1771326"/>
                    <a:pt x="0" y="1703774"/>
                    <a:pt x="0" y="1620569"/>
                  </a:cubicBezTo>
                  <a:lnTo>
                    <a:pt x="0" y="150758"/>
                  </a:lnTo>
                  <a:cubicBezTo>
                    <a:pt x="0" y="67552"/>
                    <a:pt x="67552" y="0"/>
                    <a:pt x="150758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1E293B"/>
                </a:gs>
                <a:gs pos="100000">
                  <a:srgbClr val="334155"/>
                </a:gs>
              </a:gsLst>
              <a:lin ang="0" scaled="1"/>
            </a:gradFill>
            <a:ln/>
            <a:effectLst>
              <a:outerShdw blurRad="235549" dist="188439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46"/>
            <p:cNvSpPr/>
            <p:nvPr/>
          </p:nvSpPr>
          <p:spPr>
            <a:xfrm>
              <a:off x="603005" y="5596522"/>
              <a:ext cx="753756" cy="753756"/>
            </a:xfrm>
            <a:custGeom>
              <a:avLst/>
              <a:gdLst/>
              <a:ahLst/>
              <a:cxnLst/>
              <a:rect l="l" t="t" r="r" b="b"/>
              <a:pathLst>
                <a:path w="753756" h="753756">
                  <a:moveTo>
                    <a:pt x="113063" y="0"/>
                  </a:moveTo>
                  <a:lnTo>
                    <a:pt x="640692" y="0"/>
                  </a:lnTo>
                  <a:cubicBezTo>
                    <a:pt x="703136" y="0"/>
                    <a:pt x="753756" y="50620"/>
                    <a:pt x="753756" y="113063"/>
                  </a:cubicBezTo>
                  <a:lnTo>
                    <a:pt x="753756" y="640692"/>
                  </a:lnTo>
                  <a:cubicBezTo>
                    <a:pt x="753756" y="703136"/>
                    <a:pt x="703136" y="753756"/>
                    <a:pt x="640692" y="753756"/>
                  </a:cubicBezTo>
                  <a:lnTo>
                    <a:pt x="113063" y="753756"/>
                  </a:lnTo>
                  <a:cubicBezTo>
                    <a:pt x="50620" y="753756"/>
                    <a:pt x="0" y="703136"/>
                    <a:pt x="0" y="640692"/>
                  </a:cubicBezTo>
                  <a:lnTo>
                    <a:pt x="0" y="113063"/>
                  </a:lnTo>
                  <a:cubicBezTo>
                    <a:pt x="0" y="50620"/>
                    <a:pt x="50620" y="0"/>
                    <a:pt x="113063" y="0"/>
                  </a:cubicBezTo>
                  <a:close/>
                </a:path>
              </a:pathLst>
            </a:custGeom>
            <a:solidFill>
              <a:srgbClr val="0EA5E9">
                <a:alpha val="2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47"/>
            <p:cNvSpPr/>
            <p:nvPr/>
          </p:nvSpPr>
          <p:spPr>
            <a:xfrm>
              <a:off x="789088" y="5803805"/>
              <a:ext cx="381589" cy="339190"/>
            </a:xfrm>
            <a:custGeom>
              <a:avLst/>
              <a:gdLst/>
              <a:ahLst/>
              <a:cxnLst/>
              <a:rect l="l" t="t" r="r" b="b"/>
              <a:pathLst>
                <a:path w="381589" h="339190">
                  <a:moveTo>
                    <a:pt x="148396" y="164295"/>
                  </a:moveTo>
                  <a:cubicBezTo>
                    <a:pt x="192272" y="164295"/>
                    <a:pt x="227893" y="128673"/>
                    <a:pt x="227893" y="84798"/>
                  </a:cubicBezTo>
                  <a:cubicBezTo>
                    <a:pt x="227893" y="40922"/>
                    <a:pt x="192272" y="5300"/>
                    <a:pt x="148396" y="5300"/>
                  </a:cubicBezTo>
                  <a:cubicBezTo>
                    <a:pt x="104520" y="5300"/>
                    <a:pt x="68898" y="40922"/>
                    <a:pt x="68898" y="84798"/>
                  </a:cubicBezTo>
                  <a:cubicBezTo>
                    <a:pt x="68898" y="128673"/>
                    <a:pt x="104520" y="164295"/>
                    <a:pt x="148396" y="164295"/>
                  </a:cubicBezTo>
                  <a:close/>
                  <a:moveTo>
                    <a:pt x="128720" y="201394"/>
                  </a:moveTo>
                  <a:cubicBezTo>
                    <a:pt x="63466" y="201394"/>
                    <a:pt x="10600" y="254260"/>
                    <a:pt x="10600" y="319514"/>
                  </a:cubicBezTo>
                  <a:cubicBezTo>
                    <a:pt x="10600" y="330379"/>
                    <a:pt x="19411" y="339190"/>
                    <a:pt x="30275" y="339190"/>
                  </a:cubicBezTo>
                  <a:lnTo>
                    <a:pt x="196889" y="339190"/>
                  </a:lnTo>
                  <a:cubicBezTo>
                    <a:pt x="172907" y="310968"/>
                    <a:pt x="158995" y="274598"/>
                    <a:pt x="158995" y="236108"/>
                  </a:cubicBezTo>
                  <a:lnTo>
                    <a:pt x="158995" y="215505"/>
                  </a:lnTo>
                  <a:cubicBezTo>
                    <a:pt x="158995" y="210669"/>
                    <a:pt x="159658" y="205899"/>
                    <a:pt x="160917" y="201394"/>
                  </a:cubicBezTo>
                  <a:lnTo>
                    <a:pt x="128720" y="201394"/>
                  </a:lnTo>
                  <a:close/>
                  <a:moveTo>
                    <a:pt x="295003" y="323622"/>
                  </a:moveTo>
                  <a:lnTo>
                    <a:pt x="286192" y="327795"/>
                  </a:lnTo>
                  <a:lnTo>
                    <a:pt x="286192" y="203183"/>
                  </a:lnTo>
                  <a:lnTo>
                    <a:pt x="349790" y="224382"/>
                  </a:lnTo>
                  <a:lnTo>
                    <a:pt x="349790" y="237367"/>
                  </a:lnTo>
                  <a:cubicBezTo>
                    <a:pt x="349790" y="274333"/>
                    <a:pt x="328458" y="307921"/>
                    <a:pt x="295003" y="323688"/>
                  </a:cubicBezTo>
                  <a:close/>
                  <a:moveTo>
                    <a:pt x="279501" y="171914"/>
                  </a:moveTo>
                  <a:lnTo>
                    <a:pt x="205303" y="196624"/>
                  </a:lnTo>
                  <a:cubicBezTo>
                    <a:pt x="196624" y="199539"/>
                    <a:pt x="190794" y="207621"/>
                    <a:pt x="190794" y="216764"/>
                  </a:cubicBezTo>
                  <a:lnTo>
                    <a:pt x="190794" y="237367"/>
                  </a:lnTo>
                  <a:cubicBezTo>
                    <a:pt x="190794" y="286655"/>
                    <a:pt x="219281" y="331505"/>
                    <a:pt x="263800" y="352440"/>
                  </a:cubicBezTo>
                  <a:lnTo>
                    <a:pt x="276056" y="358203"/>
                  </a:lnTo>
                  <a:cubicBezTo>
                    <a:pt x="279236" y="359661"/>
                    <a:pt x="282681" y="360456"/>
                    <a:pt x="286125" y="360456"/>
                  </a:cubicBezTo>
                  <a:cubicBezTo>
                    <a:pt x="289570" y="360456"/>
                    <a:pt x="293081" y="359661"/>
                    <a:pt x="296195" y="358203"/>
                  </a:cubicBezTo>
                  <a:lnTo>
                    <a:pt x="308451" y="352440"/>
                  </a:lnTo>
                  <a:cubicBezTo>
                    <a:pt x="353102" y="331439"/>
                    <a:pt x="381589" y="286589"/>
                    <a:pt x="381589" y="237301"/>
                  </a:cubicBezTo>
                  <a:lnTo>
                    <a:pt x="381589" y="216697"/>
                  </a:lnTo>
                  <a:cubicBezTo>
                    <a:pt x="381589" y="207555"/>
                    <a:pt x="375759" y="199473"/>
                    <a:pt x="367081" y="196558"/>
                  </a:cubicBezTo>
                  <a:lnTo>
                    <a:pt x="292883" y="171847"/>
                  </a:lnTo>
                  <a:cubicBezTo>
                    <a:pt x="288510" y="170390"/>
                    <a:pt x="283807" y="170390"/>
                    <a:pt x="279501" y="171847"/>
                  </a:cubicBezTo>
                  <a:close/>
                </a:path>
              </a:pathLst>
            </a:custGeom>
            <a:solidFill>
              <a:srgbClr val="0EA5E9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 48"/>
            <p:cNvSpPr/>
            <p:nvPr/>
          </p:nvSpPr>
          <p:spPr>
            <a:xfrm>
              <a:off x="1582887" y="5313978"/>
              <a:ext cx="10119172" cy="301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781" b="1" dirty="0">
                  <a:solidFill>
                    <a:srgbClr val="FFFFF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Role-Based Access Control</a:t>
              </a:r>
              <a:endParaRPr lang="en-US" sz="160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1582887" y="5690741"/>
              <a:ext cx="10081484" cy="4899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187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Comprehensive permission system with distinct roles for administrators, technicians, receptionists, and patients ensuring data security and appropriate access levels.</a:t>
              </a:r>
              <a:endParaRPr lang="en-US" sz="160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1582887" y="6293746"/>
              <a:ext cx="866819" cy="339190"/>
            </a:xfrm>
            <a:custGeom>
              <a:avLst/>
              <a:gdLst/>
              <a:ahLst/>
              <a:cxnLst/>
              <a:rect l="l" t="t" r="r" b="b"/>
              <a:pathLst>
                <a:path w="866819" h="339190">
                  <a:moveTo>
                    <a:pt x="75375" y="0"/>
                  </a:moveTo>
                  <a:lnTo>
                    <a:pt x="791444" y="0"/>
                  </a:lnTo>
                  <a:cubicBezTo>
                    <a:pt x="833045" y="0"/>
                    <a:pt x="866819" y="33774"/>
                    <a:pt x="866819" y="75375"/>
                  </a:cubicBezTo>
                  <a:lnTo>
                    <a:pt x="866819" y="263815"/>
                  </a:lnTo>
                  <a:cubicBezTo>
                    <a:pt x="866819" y="305416"/>
                    <a:pt x="833045" y="339190"/>
                    <a:pt x="791444" y="339190"/>
                  </a:cubicBezTo>
                  <a:lnTo>
                    <a:pt x="75375" y="339190"/>
                  </a:lnTo>
                  <a:cubicBezTo>
                    <a:pt x="33774" y="339190"/>
                    <a:pt x="0" y="305416"/>
                    <a:pt x="0" y="263815"/>
                  </a:cubicBezTo>
                  <a:lnTo>
                    <a:pt x="0" y="75375"/>
                  </a:lnTo>
                  <a:cubicBezTo>
                    <a:pt x="0" y="33774"/>
                    <a:pt x="33774" y="0"/>
                    <a:pt x="75375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51"/>
            <p:cNvSpPr/>
            <p:nvPr/>
          </p:nvSpPr>
          <p:spPr>
            <a:xfrm>
              <a:off x="1695951" y="6387965"/>
              <a:ext cx="188439" cy="150751"/>
            </a:xfrm>
            <a:custGeom>
              <a:avLst/>
              <a:gdLst/>
              <a:ahLst/>
              <a:cxnLst/>
              <a:rect l="l" t="t" r="r" b="b"/>
              <a:pathLst>
                <a:path w="188439" h="150751">
                  <a:moveTo>
                    <a:pt x="75523" y="2355"/>
                  </a:moveTo>
                  <a:cubicBezTo>
                    <a:pt x="95023" y="2355"/>
                    <a:pt x="110855" y="18187"/>
                    <a:pt x="110855" y="37688"/>
                  </a:cubicBezTo>
                  <a:cubicBezTo>
                    <a:pt x="110855" y="57188"/>
                    <a:pt x="95023" y="73020"/>
                    <a:pt x="75523" y="73020"/>
                  </a:cubicBezTo>
                  <a:cubicBezTo>
                    <a:pt x="56022" y="73020"/>
                    <a:pt x="40190" y="57188"/>
                    <a:pt x="40190" y="37688"/>
                  </a:cubicBezTo>
                  <a:cubicBezTo>
                    <a:pt x="40190" y="18187"/>
                    <a:pt x="56022" y="2355"/>
                    <a:pt x="75523" y="2355"/>
                  </a:cubicBezTo>
                  <a:close/>
                  <a:moveTo>
                    <a:pt x="66749" y="89509"/>
                  </a:moveTo>
                  <a:lnTo>
                    <a:pt x="84238" y="89509"/>
                  </a:lnTo>
                  <a:lnTo>
                    <a:pt x="84680" y="89509"/>
                  </a:lnTo>
                  <a:cubicBezTo>
                    <a:pt x="80882" y="97399"/>
                    <a:pt x="82383" y="106645"/>
                    <a:pt x="88066" y="112916"/>
                  </a:cubicBezTo>
                  <a:cubicBezTo>
                    <a:pt x="82118" y="119482"/>
                    <a:pt x="80764" y="129346"/>
                    <a:pt x="85298" y="137472"/>
                  </a:cubicBezTo>
                  <a:lnTo>
                    <a:pt x="91923" y="149367"/>
                  </a:lnTo>
                  <a:cubicBezTo>
                    <a:pt x="92188" y="149838"/>
                    <a:pt x="92482" y="150310"/>
                    <a:pt x="92777" y="150751"/>
                  </a:cubicBezTo>
                  <a:lnTo>
                    <a:pt x="22995" y="150751"/>
                  </a:lnTo>
                  <a:cubicBezTo>
                    <a:pt x="18167" y="150751"/>
                    <a:pt x="14251" y="146835"/>
                    <a:pt x="14251" y="142006"/>
                  </a:cubicBezTo>
                  <a:cubicBezTo>
                    <a:pt x="14251" y="113004"/>
                    <a:pt x="37747" y="89509"/>
                    <a:pt x="66749" y="89509"/>
                  </a:cubicBezTo>
                  <a:close/>
                  <a:moveTo>
                    <a:pt x="127373" y="72902"/>
                  </a:moveTo>
                  <a:cubicBezTo>
                    <a:pt x="127373" y="68986"/>
                    <a:pt x="130523" y="65836"/>
                    <a:pt x="134439" y="65836"/>
                  </a:cubicBezTo>
                  <a:lnTo>
                    <a:pt x="148572" y="65836"/>
                  </a:lnTo>
                  <a:cubicBezTo>
                    <a:pt x="152488" y="65836"/>
                    <a:pt x="155639" y="68986"/>
                    <a:pt x="155639" y="72902"/>
                  </a:cubicBezTo>
                  <a:lnTo>
                    <a:pt x="155639" y="74698"/>
                  </a:lnTo>
                  <a:cubicBezTo>
                    <a:pt x="155639" y="80263"/>
                    <a:pt x="162735" y="84356"/>
                    <a:pt x="167563" y="81588"/>
                  </a:cubicBezTo>
                  <a:lnTo>
                    <a:pt x="169036" y="80734"/>
                  </a:lnTo>
                  <a:cubicBezTo>
                    <a:pt x="172451" y="78762"/>
                    <a:pt x="176838" y="79969"/>
                    <a:pt x="178752" y="83414"/>
                  </a:cubicBezTo>
                  <a:lnTo>
                    <a:pt x="185347" y="95250"/>
                  </a:lnTo>
                  <a:cubicBezTo>
                    <a:pt x="187173" y="98548"/>
                    <a:pt x="186113" y="102670"/>
                    <a:pt x="182933" y="104672"/>
                  </a:cubicBezTo>
                  <a:lnTo>
                    <a:pt x="181549" y="105526"/>
                  </a:lnTo>
                  <a:cubicBezTo>
                    <a:pt x="176779" y="108500"/>
                    <a:pt x="176779" y="117274"/>
                    <a:pt x="181549" y="120277"/>
                  </a:cubicBezTo>
                  <a:lnTo>
                    <a:pt x="182904" y="121131"/>
                  </a:lnTo>
                  <a:cubicBezTo>
                    <a:pt x="186083" y="123133"/>
                    <a:pt x="187173" y="127255"/>
                    <a:pt x="185347" y="130553"/>
                  </a:cubicBezTo>
                  <a:lnTo>
                    <a:pt x="178723" y="142448"/>
                  </a:lnTo>
                  <a:cubicBezTo>
                    <a:pt x="176809" y="145893"/>
                    <a:pt x="172422" y="147130"/>
                    <a:pt x="169006" y="145127"/>
                  </a:cubicBezTo>
                  <a:lnTo>
                    <a:pt x="167563" y="144274"/>
                  </a:lnTo>
                  <a:cubicBezTo>
                    <a:pt x="162735" y="141476"/>
                    <a:pt x="155639" y="145599"/>
                    <a:pt x="155639" y="151163"/>
                  </a:cubicBezTo>
                  <a:lnTo>
                    <a:pt x="155639" y="152959"/>
                  </a:lnTo>
                  <a:cubicBezTo>
                    <a:pt x="155639" y="156875"/>
                    <a:pt x="152488" y="160026"/>
                    <a:pt x="148572" y="160026"/>
                  </a:cubicBezTo>
                  <a:lnTo>
                    <a:pt x="134439" y="160026"/>
                  </a:lnTo>
                  <a:cubicBezTo>
                    <a:pt x="130523" y="160026"/>
                    <a:pt x="127373" y="156875"/>
                    <a:pt x="127373" y="152959"/>
                  </a:cubicBezTo>
                  <a:lnTo>
                    <a:pt x="127373" y="151222"/>
                  </a:lnTo>
                  <a:cubicBezTo>
                    <a:pt x="127373" y="145628"/>
                    <a:pt x="120248" y="141506"/>
                    <a:pt x="115389" y="144303"/>
                  </a:cubicBezTo>
                  <a:lnTo>
                    <a:pt x="113976" y="145127"/>
                  </a:lnTo>
                  <a:cubicBezTo>
                    <a:pt x="110561" y="147100"/>
                    <a:pt x="106203" y="145893"/>
                    <a:pt x="104260" y="142448"/>
                  </a:cubicBezTo>
                  <a:lnTo>
                    <a:pt x="97605" y="130553"/>
                  </a:lnTo>
                  <a:cubicBezTo>
                    <a:pt x="95780" y="127255"/>
                    <a:pt x="96840" y="123104"/>
                    <a:pt x="100049" y="121101"/>
                  </a:cubicBezTo>
                  <a:lnTo>
                    <a:pt x="101345" y="120306"/>
                  </a:lnTo>
                  <a:cubicBezTo>
                    <a:pt x="106144" y="117333"/>
                    <a:pt x="106144" y="108500"/>
                    <a:pt x="101345" y="105526"/>
                  </a:cubicBezTo>
                  <a:lnTo>
                    <a:pt x="100020" y="104701"/>
                  </a:lnTo>
                  <a:cubicBezTo>
                    <a:pt x="96811" y="102699"/>
                    <a:pt x="95751" y="98548"/>
                    <a:pt x="97576" y="95250"/>
                  </a:cubicBezTo>
                  <a:lnTo>
                    <a:pt x="104201" y="83384"/>
                  </a:lnTo>
                  <a:cubicBezTo>
                    <a:pt x="106115" y="79939"/>
                    <a:pt x="110502" y="78732"/>
                    <a:pt x="113888" y="80705"/>
                  </a:cubicBezTo>
                  <a:lnTo>
                    <a:pt x="115301" y="81529"/>
                  </a:lnTo>
                  <a:cubicBezTo>
                    <a:pt x="120159" y="84326"/>
                    <a:pt x="127285" y="80204"/>
                    <a:pt x="127285" y="74610"/>
                  </a:cubicBezTo>
                  <a:lnTo>
                    <a:pt x="127285" y="72873"/>
                  </a:lnTo>
                  <a:close/>
                  <a:moveTo>
                    <a:pt x="156787" y="113004"/>
                  </a:moveTo>
                  <a:cubicBezTo>
                    <a:pt x="156787" y="104554"/>
                    <a:pt x="149927" y="97694"/>
                    <a:pt x="141476" y="97694"/>
                  </a:cubicBezTo>
                  <a:cubicBezTo>
                    <a:pt x="133026" y="97694"/>
                    <a:pt x="126166" y="104554"/>
                    <a:pt x="126166" y="113004"/>
                  </a:cubicBezTo>
                  <a:cubicBezTo>
                    <a:pt x="126166" y="121455"/>
                    <a:pt x="133026" y="128315"/>
                    <a:pt x="141476" y="128315"/>
                  </a:cubicBezTo>
                  <a:cubicBezTo>
                    <a:pt x="149927" y="128315"/>
                    <a:pt x="156787" y="121455"/>
                    <a:pt x="156787" y="113004"/>
                  </a:cubicBezTo>
                  <a:close/>
                </a:path>
              </a:pathLst>
            </a:custGeom>
            <a:solidFill>
              <a:srgbClr val="0EA5E9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 52"/>
            <p:cNvSpPr/>
            <p:nvPr/>
          </p:nvSpPr>
          <p:spPr>
            <a:xfrm>
              <a:off x="1959765" y="6369121"/>
              <a:ext cx="442832" cy="1884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39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Admin</a:t>
              </a:r>
              <a:endParaRPr lang="en-US" sz="1600" dirty="0"/>
            </a:p>
          </p:txBody>
        </p:sp>
        <p:sp>
          <p:nvSpPr>
            <p:cNvPr id="55" name="Shape 53"/>
            <p:cNvSpPr/>
            <p:nvPr/>
          </p:nvSpPr>
          <p:spPr>
            <a:xfrm>
              <a:off x="2561474" y="6293746"/>
              <a:ext cx="1102368" cy="339190"/>
            </a:xfrm>
            <a:custGeom>
              <a:avLst/>
              <a:gdLst/>
              <a:ahLst/>
              <a:cxnLst/>
              <a:rect l="l" t="t" r="r" b="b"/>
              <a:pathLst>
                <a:path w="1102368" h="339190">
                  <a:moveTo>
                    <a:pt x="75375" y="0"/>
                  </a:moveTo>
                  <a:lnTo>
                    <a:pt x="1026993" y="0"/>
                  </a:lnTo>
                  <a:cubicBezTo>
                    <a:pt x="1068594" y="0"/>
                    <a:pt x="1102368" y="33774"/>
                    <a:pt x="1102368" y="75375"/>
                  </a:cubicBezTo>
                  <a:lnTo>
                    <a:pt x="1102368" y="263815"/>
                  </a:lnTo>
                  <a:cubicBezTo>
                    <a:pt x="1102368" y="305416"/>
                    <a:pt x="1068594" y="339190"/>
                    <a:pt x="1026993" y="339190"/>
                  </a:cubicBezTo>
                  <a:lnTo>
                    <a:pt x="75375" y="339190"/>
                  </a:lnTo>
                  <a:cubicBezTo>
                    <a:pt x="33774" y="339190"/>
                    <a:pt x="0" y="305416"/>
                    <a:pt x="0" y="263815"/>
                  </a:cubicBezTo>
                  <a:lnTo>
                    <a:pt x="0" y="75375"/>
                  </a:lnTo>
                  <a:cubicBezTo>
                    <a:pt x="0" y="33774"/>
                    <a:pt x="33774" y="0"/>
                    <a:pt x="75375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54"/>
            <p:cNvSpPr/>
            <p:nvPr/>
          </p:nvSpPr>
          <p:spPr>
            <a:xfrm>
              <a:off x="2693382" y="6387965"/>
              <a:ext cx="150751" cy="150751"/>
            </a:xfrm>
            <a:custGeom>
              <a:avLst/>
              <a:gdLst/>
              <a:ahLst/>
              <a:cxnLst/>
              <a:rect l="l" t="t" r="r" b="b"/>
              <a:pathLst>
                <a:path w="150751" h="150751">
                  <a:moveTo>
                    <a:pt x="51821" y="0"/>
                  </a:moveTo>
                  <a:cubicBezTo>
                    <a:pt x="44018" y="0"/>
                    <a:pt x="37688" y="6330"/>
                    <a:pt x="37688" y="14133"/>
                  </a:cubicBezTo>
                  <a:lnTo>
                    <a:pt x="37688" y="75376"/>
                  </a:lnTo>
                  <a:cubicBezTo>
                    <a:pt x="37688" y="83178"/>
                    <a:pt x="44018" y="89509"/>
                    <a:pt x="51821" y="89509"/>
                  </a:cubicBezTo>
                  <a:lnTo>
                    <a:pt x="70665" y="89509"/>
                  </a:lnTo>
                  <a:cubicBezTo>
                    <a:pt x="78467" y="89509"/>
                    <a:pt x="84798" y="83178"/>
                    <a:pt x="84798" y="75376"/>
                  </a:cubicBezTo>
                  <a:lnTo>
                    <a:pt x="84798" y="56532"/>
                  </a:lnTo>
                  <a:lnTo>
                    <a:pt x="94219" y="56532"/>
                  </a:lnTo>
                  <a:cubicBezTo>
                    <a:pt x="115036" y="56532"/>
                    <a:pt x="131907" y="73403"/>
                    <a:pt x="131907" y="94219"/>
                  </a:cubicBezTo>
                  <a:cubicBezTo>
                    <a:pt x="131907" y="115036"/>
                    <a:pt x="115036" y="131907"/>
                    <a:pt x="94219" y="131907"/>
                  </a:cubicBezTo>
                  <a:lnTo>
                    <a:pt x="9422" y="131907"/>
                  </a:lnTo>
                  <a:cubicBezTo>
                    <a:pt x="4210" y="131907"/>
                    <a:pt x="0" y="136118"/>
                    <a:pt x="0" y="141329"/>
                  </a:cubicBezTo>
                  <a:cubicBezTo>
                    <a:pt x="0" y="146541"/>
                    <a:pt x="4210" y="150751"/>
                    <a:pt x="9422" y="150751"/>
                  </a:cubicBezTo>
                  <a:lnTo>
                    <a:pt x="141329" y="150751"/>
                  </a:lnTo>
                  <a:cubicBezTo>
                    <a:pt x="146541" y="150751"/>
                    <a:pt x="150751" y="146541"/>
                    <a:pt x="150751" y="141329"/>
                  </a:cubicBezTo>
                  <a:cubicBezTo>
                    <a:pt x="150751" y="136118"/>
                    <a:pt x="146541" y="131907"/>
                    <a:pt x="141329" y="131907"/>
                  </a:cubicBezTo>
                  <a:lnTo>
                    <a:pt x="136353" y="131907"/>
                  </a:lnTo>
                  <a:cubicBezTo>
                    <a:pt x="145304" y="121896"/>
                    <a:pt x="150751" y="108706"/>
                    <a:pt x="150751" y="94219"/>
                  </a:cubicBezTo>
                  <a:cubicBezTo>
                    <a:pt x="150751" y="63009"/>
                    <a:pt x="125430" y="37688"/>
                    <a:pt x="94219" y="37688"/>
                  </a:cubicBezTo>
                  <a:lnTo>
                    <a:pt x="84798" y="37688"/>
                  </a:lnTo>
                  <a:lnTo>
                    <a:pt x="84798" y="14133"/>
                  </a:lnTo>
                  <a:cubicBezTo>
                    <a:pt x="84798" y="6330"/>
                    <a:pt x="78467" y="0"/>
                    <a:pt x="70665" y="0"/>
                  </a:cubicBezTo>
                  <a:lnTo>
                    <a:pt x="51821" y="0"/>
                  </a:lnTo>
                  <a:close/>
                  <a:moveTo>
                    <a:pt x="35332" y="103641"/>
                  </a:moveTo>
                  <a:cubicBezTo>
                    <a:pt x="31416" y="103641"/>
                    <a:pt x="28266" y="106792"/>
                    <a:pt x="28266" y="110708"/>
                  </a:cubicBezTo>
                  <a:cubicBezTo>
                    <a:pt x="28266" y="114624"/>
                    <a:pt x="31416" y="117774"/>
                    <a:pt x="35332" y="117774"/>
                  </a:cubicBezTo>
                  <a:lnTo>
                    <a:pt x="87153" y="117774"/>
                  </a:lnTo>
                  <a:cubicBezTo>
                    <a:pt x="91069" y="117774"/>
                    <a:pt x="94219" y="114624"/>
                    <a:pt x="94219" y="110708"/>
                  </a:cubicBezTo>
                  <a:cubicBezTo>
                    <a:pt x="94219" y="106792"/>
                    <a:pt x="91069" y="103641"/>
                    <a:pt x="87153" y="103641"/>
                  </a:cubicBezTo>
                  <a:lnTo>
                    <a:pt x="35332" y="103641"/>
                  </a:lnTo>
                  <a:close/>
                </a:path>
              </a:pathLst>
            </a:custGeom>
            <a:solidFill>
              <a:srgbClr val="0EA5E9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 55"/>
            <p:cNvSpPr/>
            <p:nvPr/>
          </p:nvSpPr>
          <p:spPr>
            <a:xfrm>
              <a:off x="2938352" y="6369121"/>
              <a:ext cx="678380" cy="1884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39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Technician</a:t>
              </a:r>
              <a:endParaRPr lang="en-US" sz="1600" dirty="0"/>
            </a:p>
          </p:txBody>
        </p:sp>
        <p:sp>
          <p:nvSpPr>
            <p:cNvPr id="58" name="Shape 56"/>
            <p:cNvSpPr/>
            <p:nvPr/>
          </p:nvSpPr>
          <p:spPr>
            <a:xfrm>
              <a:off x="3775963" y="6293746"/>
              <a:ext cx="1064680" cy="339190"/>
            </a:xfrm>
            <a:custGeom>
              <a:avLst/>
              <a:gdLst/>
              <a:ahLst/>
              <a:cxnLst/>
              <a:rect l="l" t="t" r="r" b="b"/>
              <a:pathLst>
                <a:path w="1064680" h="339190">
                  <a:moveTo>
                    <a:pt x="75375" y="0"/>
                  </a:moveTo>
                  <a:lnTo>
                    <a:pt x="989305" y="0"/>
                  </a:lnTo>
                  <a:cubicBezTo>
                    <a:pt x="1030906" y="0"/>
                    <a:pt x="1064680" y="33774"/>
                    <a:pt x="1064680" y="75375"/>
                  </a:cubicBezTo>
                  <a:lnTo>
                    <a:pt x="1064680" y="263815"/>
                  </a:lnTo>
                  <a:cubicBezTo>
                    <a:pt x="1064680" y="305416"/>
                    <a:pt x="1030906" y="339190"/>
                    <a:pt x="989305" y="339190"/>
                  </a:cubicBezTo>
                  <a:lnTo>
                    <a:pt x="75375" y="339190"/>
                  </a:lnTo>
                  <a:cubicBezTo>
                    <a:pt x="33774" y="339190"/>
                    <a:pt x="0" y="305416"/>
                    <a:pt x="0" y="263815"/>
                  </a:cubicBezTo>
                  <a:lnTo>
                    <a:pt x="0" y="75375"/>
                  </a:lnTo>
                  <a:cubicBezTo>
                    <a:pt x="0" y="33774"/>
                    <a:pt x="33774" y="0"/>
                    <a:pt x="75375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Shape 57"/>
            <p:cNvSpPr/>
            <p:nvPr/>
          </p:nvSpPr>
          <p:spPr>
            <a:xfrm>
              <a:off x="3907871" y="6387965"/>
              <a:ext cx="150751" cy="150751"/>
            </a:xfrm>
            <a:custGeom>
              <a:avLst/>
              <a:gdLst/>
              <a:ahLst/>
              <a:cxnLst/>
              <a:rect l="l" t="t" r="r" b="b"/>
              <a:pathLst>
                <a:path w="150751" h="150751">
                  <a:moveTo>
                    <a:pt x="19403" y="67279"/>
                  </a:moveTo>
                  <a:cubicBezTo>
                    <a:pt x="23319" y="39896"/>
                    <a:pt x="46904" y="18844"/>
                    <a:pt x="75376" y="18844"/>
                  </a:cubicBezTo>
                  <a:cubicBezTo>
                    <a:pt x="90981" y="18844"/>
                    <a:pt x="105114" y="25174"/>
                    <a:pt x="115360" y="35391"/>
                  </a:cubicBezTo>
                  <a:cubicBezTo>
                    <a:pt x="115419" y="35450"/>
                    <a:pt x="115478" y="35509"/>
                    <a:pt x="115537" y="35568"/>
                  </a:cubicBezTo>
                  <a:lnTo>
                    <a:pt x="117774" y="37688"/>
                  </a:lnTo>
                  <a:lnTo>
                    <a:pt x="103671" y="37688"/>
                  </a:lnTo>
                  <a:cubicBezTo>
                    <a:pt x="98459" y="37688"/>
                    <a:pt x="94249" y="41898"/>
                    <a:pt x="94249" y="47110"/>
                  </a:cubicBezTo>
                  <a:cubicBezTo>
                    <a:pt x="94249" y="52321"/>
                    <a:pt x="98459" y="56532"/>
                    <a:pt x="103671" y="56532"/>
                  </a:cubicBezTo>
                  <a:lnTo>
                    <a:pt x="141359" y="56532"/>
                  </a:lnTo>
                  <a:cubicBezTo>
                    <a:pt x="146570" y="56532"/>
                    <a:pt x="150781" y="52321"/>
                    <a:pt x="150781" y="47110"/>
                  </a:cubicBezTo>
                  <a:lnTo>
                    <a:pt x="150781" y="9422"/>
                  </a:lnTo>
                  <a:cubicBezTo>
                    <a:pt x="150781" y="4210"/>
                    <a:pt x="146570" y="0"/>
                    <a:pt x="141359" y="0"/>
                  </a:cubicBezTo>
                  <a:cubicBezTo>
                    <a:pt x="136147" y="0"/>
                    <a:pt x="131937" y="4210"/>
                    <a:pt x="131937" y="9422"/>
                  </a:cubicBezTo>
                  <a:lnTo>
                    <a:pt x="131937" y="25145"/>
                  </a:lnTo>
                  <a:lnTo>
                    <a:pt x="128610" y="21994"/>
                  </a:lnTo>
                  <a:cubicBezTo>
                    <a:pt x="114977" y="8421"/>
                    <a:pt x="96133" y="0"/>
                    <a:pt x="75376" y="0"/>
                  </a:cubicBezTo>
                  <a:cubicBezTo>
                    <a:pt x="37393" y="0"/>
                    <a:pt x="5977" y="28089"/>
                    <a:pt x="766" y="64629"/>
                  </a:cubicBezTo>
                  <a:cubicBezTo>
                    <a:pt x="29" y="69781"/>
                    <a:pt x="3592" y="74551"/>
                    <a:pt x="8745" y="75287"/>
                  </a:cubicBezTo>
                  <a:cubicBezTo>
                    <a:pt x="13897" y="76023"/>
                    <a:pt x="18667" y="72431"/>
                    <a:pt x="19403" y="67308"/>
                  </a:cubicBezTo>
                  <a:close/>
                  <a:moveTo>
                    <a:pt x="149986" y="86122"/>
                  </a:moveTo>
                  <a:cubicBezTo>
                    <a:pt x="150722" y="80970"/>
                    <a:pt x="147130" y="76200"/>
                    <a:pt x="142006" y="75464"/>
                  </a:cubicBezTo>
                  <a:cubicBezTo>
                    <a:pt x="136883" y="74728"/>
                    <a:pt x="132084" y="78320"/>
                    <a:pt x="131348" y="83443"/>
                  </a:cubicBezTo>
                  <a:cubicBezTo>
                    <a:pt x="127432" y="110826"/>
                    <a:pt x="103848" y="131878"/>
                    <a:pt x="75376" y="131878"/>
                  </a:cubicBezTo>
                  <a:cubicBezTo>
                    <a:pt x="59770" y="131878"/>
                    <a:pt x="45638" y="125547"/>
                    <a:pt x="35391" y="115331"/>
                  </a:cubicBezTo>
                  <a:cubicBezTo>
                    <a:pt x="35332" y="115272"/>
                    <a:pt x="35273" y="115213"/>
                    <a:pt x="35215" y="115154"/>
                  </a:cubicBezTo>
                  <a:lnTo>
                    <a:pt x="32977" y="113034"/>
                  </a:lnTo>
                  <a:lnTo>
                    <a:pt x="47080" y="113034"/>
                  </a:lnTo>
                  <a:cubicBezTo>
                    <a:pt x="52292" y="113034"/>
                    <a:pt x="56502" y="108823"/>
                    <a:pt x="56502" y="103612"/>
                  </a:cubicBezTo>
                  <a:cubicBezTo>
                    <a:pt x="56502" y="98400"/>
                    <a:pt x="52292" y="94190"/>
                    <a:pt x="47080" y="94190"/>
                  </a:cubicBezTo>
                  <a:lnTo>
                    <a:pt x="9422" y="94219"/>
                  </a:lnTo>
                  <a:cubicBezTo>
                    <a:pt x="6919" y="94219"/>
                    <a:pt x="4505" y="95221"/>
                    <a:pt x="2738" y="97017"/>
                  </a:cubicBezTo>
                  <a:cubicBezTo>
                    <a:pt x="972" y="98813"/>
                    <a:pt x="-29" y="101198"/>
                    <a:pt x="0" y="103730"/>
                  </a:cubicBezTo>
                  <a:lnTo>
                    <a:pt x="294" y="141123"/>
                  </a:lnTo>
                  <a:cubicBezTo>
                    <a:pt x="324" y="146335"/>
                    <a:pt x="4593" y="150516"/>
                    <a:pt x="9805" y="150457"/>
                  </a:cubicBezTo>
                  <a:cubicBezTo>
                    <a:pt x="15016" y="150398"/>
                    <a:pt x="19197" y="146158"/>
                    <a:pt x="19138" y="140946"/>
                  </a:cubicBezTo>
                  <a:lnTo>
                    <a:pt x="19021" y="125783"/>
                  </a:lnTo>
                  <a:lnTo>
                    <a:pt x="22171" y="128757"/>
                  </a:lnTo>
                  <a:cubicBezTo>
                    <a:pt x="35803" y="142330"/>
                    <a:pt x="54618" y="150751"/>
                    <a:pt x="75376" y="150751"/>
                  </a:cubicBezTo>
                  <a:cubicBezTo>
                    <a:pt x="113358" y="150751"/>
                    <a:pt x="144774" y="122662"/>
                    <a:pt x="149986" y="86122"/>
                  </a:cubicBezTo>
                  <a:close/>
                </a:path>
              </a:pathLst>
            </a:custGeom>
            <a:solidFill>
              <a:srgbClr val="0EA5E9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 58"/>
            <p:cNvSpPr/>
            <p:nvPr/>
          </p:nvSpPr>
          <p:spPr>
            <a:xfrm>
              <a:off x="4152841" y="6369121"/>
              <a:ext cx="640692" cy="1884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39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Reception</a:t>
              </a:r>
              <a:endParaRPr lang="en-US" sz="1600" dirty="0"/>
            </a:p>
          </p:txBody>
        </p:sp>
        <p:sp>
          <p:nvSpPr>
            <p:cNvPr id="61" name="Shape 59"/>
            <p:cNvSpPr/>
            <p:nvPr/>
          </p:nvSpPr>
          <p:spPr>
            <a:xfrm>
              <a:off x="4952647" y="6293746"/>
              <a:ext cx="876241" cy="339190"/>
            </a:xfrm>
            <a:custGeom>
              <a:avLst/>
              <a:gdLst/>
              <a:ahLst/>
              <a:cxnLst/>
              <a:rect l="l" t="t" r="r" b="b"/>
              <a:pathLst>
                <a:path w="876241" h="339190">
                  <a:moveTo>
                    <a:pt x="75375" y="0"/>
                  </a:moveTo>
                  <a:lnTo>
                    <a:pt x="800866" y="0"/>
                  </a:lnTo>
                  <a:cubicBezTo>
                    <a:pt x="842467" y="0"/>
                    <a:pt x="876241" y="33774"/>
                    <a:pt x="876241" y="75375"/>
                  </a:cubicBezTo>
                  <a:lnTo>
                    <a:pt x="876241" y="263815"/>
                  </a:lnTo>
                  <a:cubicBezTo>
                    <a:pt x="876241" y="305416"/>
                    <a:pt x="842467" y="339190"/>
                    <a:pt x="800866" y="339190"/>
                  </a:cubicBezTo>
                  <a:lnTo>
                    <a:pt x="75375" y="339190"/>
                  </a:lnTo>
                  <a:cubicBezTo>
                    <a:pt x="33774" y="339190"/>
                    <a:pt x="0" y="305416"/>
                    <a:pt x="0" y="263815"/>
                  </a:cubicBezTo>
                  <a:lnTo>
                    <a:pt x="0" y="75375"/>
                  </a:lnTo>
                  <a:cubicBezTo>
                    <a:pt x="0" y="33774"/>
                    <a:pt x="33774" y="0"/>
                    <a:pt x="75375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Shape 60"/>
            <p:cNvSpPr/>
            <p:nvPr/>
          </p:nvSpPr>
          <p:spPr>
            <a:xfrm>
              <a:off x="5093976" y="6387965"/>
              <a:ext cx="131907" cy="150751"/>
            </a:xfrm>
            <a:custGeom>
              <a:avLst/>
              <a:gdLst/>
              <a:ahLst/>
              <a:cxnLst/>
              <a:rect l="l" t="t" r="r" b="b"/>
              <a:pathLst>
                <a:path w="131907" h="150751">
                  <a:moveTo>
                    <a:pt x="65954" y="73020"/>
                  </a:moveTo>
                  <a:cubicBezTo>
                    <a:pt x="85454" y="73020"/>
                    <a:pt x="101286" y="57188"/>
                    <a:pt x="101286" y="37688"/>
                  </a:cubicBezTo>
                  <a:cubicBezTo>
                    <a:pt x="101286" y="18187"/>
                    <a:pt x="85454" y="2355"/>
                    <a:pt x="65954" y="2355"/>
                  </a:cubicBezTo>
                  <a:cubicBezTo>
                    <a:pt x="46453" y="2355"/>
                    <a:pt x="30621" y="18187"/>
                    <a:pt x="30621" y="37688"/>
                  </a:cubicBezTo>
                  <a:cubicBezTo>
                    <a:pt x="30621" y="57188"/>
                    <a:pt x="46453" y="73020"/>
                    <a:pt x="65954" y="73020"/>
                  </a:cubicBezTo>
                  <a:close/>
                  <a:moveTo>
                    <a:pt x="57209" y="89509"/>
                  </a:moveTo>
                  <a:cubicBezTo>
                    <a:pt x="28207" y="89509"/>
                    <a:pt x="4711" y="113004"/>
                    <a:pt x="4711" y="142006"/>
                  </a:cubicBezTo>
                  <a:cubicBezTo>
                    <a:pt x="4711" y="146835"/>
                    <a:pt x="8627" y="150751"/>
                    <a:pt x="13456" y="150751"/>
                  </a:cubicBezTo>
                  <a:lnTo>
                    <a:pt x="118452" y="150751"/>
                  </a:lnTo>
                  <a:cubicBezTo>
                    <a:pt x="123280" y="150751"/>
                    <a:pt x="127196" y="146835"/>
                    <a:pt x="127196" y="142006"/>
                  </a:cubicBezTo>
                  <a:cubicBezTo>
                    <a:pt x="127196" y="113004"/>
                    <a:pt x="103700" y="89509"/>
                    <a:pt x="74698" y="89509"/>
                  </a:cubicBezTo>
                  <a:lnTo>
                    <a:pt x="57209" y="89509"/>
                  </a:lnTo>
                  <a:close/>
                </a:path>
              </a:pathLst>
            </a:custGeom>
            <a:solidFill>
              <a:srgbClr val="0EA5E9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 61"/>
            <p:cNvSpPr/>
            <p:nvPr/>
          </p:nvSpPr>
          <p:spPr>
            <a:xfrm>
              <a:off x="5329525" y="6369121"/>
              <a:ext cx="452253" cy="1884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39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Patient</a:t>
              </a:r>
              <a:endParaRPr lang="en-US" sz="1600" dirty="0"/>
            </a:p>
          </p:txBody>
        </p:sp>
      </p:grp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9842" y="402319"/>
            <a:ext cx="419811" cy="419811"/>
          </a:xfrm>
          <a:custGeom>
            <a:avLst/>
            <a:gdLst/>
            <a:ahLst/>
            <a:cxnLst/>
            <a:rect l="l" t="t" r="r" b="b"/>
            <a:pathLst>
              <a:path w="419811" h="419811">
                <a:moveTo>
                  <a:pt x="104953" y="0"/>
                </a:moveTo>
                <a:lnTo>
                  <a:pt x="314858" y="0"/>
                </a:lnTo>
                <a:cubicBezTo>
                  <a:pt x="372822" y="0"/>
                  <a:pt x="419811" y="46989"/>
                  <a:pt x="419811" y="104953"/>
                </a:cubicBezTo>
                <a:lnTo>
                  <a:pt x="419811" y="314858"/>
                </a:lnTo>
                <a:cubicBezTo>
                  <a:pt x="419811" y="372822"/>
                  <a:pt x="372822" y="419811"/>
                  <a:pt x="314858" y="419811"/>
                </a:cubicBezTo>
                <a:lnTo>
                  <a:pt x="104953" y="419811"/>
                </a:lnTo>
                <a:cubicBezTo>
                  <a:pt x="46989" y="419811"/>
                  <a:pt x="0" y="372822"/>
                  <a:pt x="0" y="314858"/>
                </a:cubicBezTo>
                <a:lnTo>
                  <a:pt x="0" y="104953"/>
                </a:lnTo>
                <a:cubicBezTo>
                  <a:pt x="0" y="47028"/>
                  <a:pt x="47028" y="0"/>
                  <a:pt x="104953" y="0"/>
                </a:cubicBezTo>
                <a:close/>
              </a:path>
            </a:pathLst>
          </a:custGeom>
          <a:gradFill flip="none" rotWithShape="1">
            <a:gsLst>
              <a:gs pos="0">
                <a:srgbClr val="7C3AED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0422" y="524763"/>
            <a:ext cx="218651" cy="174921"/>
          </a:xfrm>
          <a:custGeom>
            <a:avLst/>
            <a:gdLst/>
            <a:ahLst/>
            <a:cxnLst/>
            <a:rect l="l" t="t" r="r" b="b"/>
            <a:pathLst>
              <a:path w="218651" h="174921">
                <a:moveTo>
                  <a:pt x="142089" y="71916"/>
                </a:moveTo>
                <a:cubicBezTo>
                  <a:pt x="146257" y="70788"/>
                  <a:pt x="150630" y="72770"/>
                  <a:pt x="152509" y="76630"/>
                </a:cubicBezTo>
                <a:lnTo>
                  <a:pt x="158864" y="89476"/>
                </a:lnTo>
                <a:cubicBezTo>
                  <a:pt x="162383" y="89955"/>
                  <a:pt x="165833" y="90911"/>
                  <a:pt x="169079" y="92244"/>
                </a:cubicBezTo>
                <a:lnTo>
                  <a:pt x="181036" y="84283"/>
                </a:lnTo>
                <a:cubicBezTo>
                  <a:pt x="184624" y="81892"/>
                  <a:pt x="189373" y="82370"/>
                  <a:pt x="192413" y="85411"/>
                </a:cubicBezTo>
                <a:lnTo>
                  <a:pt x="198973" y="91970"/>
                </a:lnTo>
                <a:cubicBezTo>
                  <a:pt x="202013" y="95011"/>
                  <a:pt x="202492" y="99794"/>
                  <a:pt x="200100" y="103347"/>
                </a:cubicBezTo>
                <a:lnTo>
                  <a:pt x="192140" y="115270"/>
                </a:lnTo>
                <a:cubicBezTo>
                  <a:pt x="192789" y="116876"/>
                  <a:pt x="193370" y="118550"/>
                  <a:pt x="193848" y="120292"/>
                </a:cubicBezTo>
                <a:cubicBezTo>
                  <a:pt x="194326" y="122035"/>
                  <a:pt x="194634" y="123743"/>
                  <a:pt x="194873" y="125485"/>
                </a:cubicBezTo>
                <a:lnTo>
                  <a:pt x="207753" y="131840"/>
                </a:lnTo>
                <a:cubicBezTo>
                  <a:pt x="211614" y="133753"/>
                  <a:pt x="213595" y="138126"/>
                  <a:pt x="212468" y="142260"/>
                </a:cubicBezTo>
                <a:lnTo>
                  <a:pt x="210076" y="151211"/>
                </a:lnTo>
                <a:cubicBezTo>
                  <a:pt x="208949" y="155345"/>
                  <a:pt x="205088" y="158146"/>
                  <a:pt x="200783" y="157873"/>
                </a:cubicBezTo>
                <a:lnTo>
                  <a:pt x="186434" y="156951"/>
                </a:lnTo>
                <a:cubicBezTo>
                  <a:pt x="184282" y="159718"/>
                  <a:pt x="181788" y="162280"/>
                  <a:pt x="178952" y="164467"/>
                </a:cubicBezTo>
                <a:lnTo>
                  <a:pt x="179875" y="178782"/>
                </a:lnTo>
                <a:cubicBezTo>
                  <a:pt x="180148" y="183086"/>
                  <a:pt x="177347" y="186981"/>
                  <a:pt x="173213" y="188074"/>
                </a:cubicBezTo>
                <a:lnTo>
                  <a:pt x="164262" y="190466"/>
                </a:lnTo>
                <a:cubicBezTo>
                  <a:pt x="160094" y="191593"/>
                  <a:pt x="155755" y="189612"/>
                  <a:pt x="153842" y="185751"/>
                </a:cubicBezTo>
                <a:lnTo>
                  <a:pt x="147487" y="172905"/>
                </a:lnTo>
                <a:cubicBezTo>
                  <a:pt x="143968" y="172427"/>
                  <a:pt x="140518" y="171470"/>
                  <a:pt x="137272" y="170138"/>
                </a:cubicBezTo>
                <a:lnTo>
                  <a:pt x="125315" y="178098"/>
                </a:lnTo>
                <a:cubicBezTo>
                  <a:pt x="121727" y="180490"/>
                  <a:pt x="116978" y="180012"/>
                  <a:pt x="113938" y="176971"/>
                </a:cubicBezTo>
                <a:lnTo>
                  <a:pt x="107378" y="170411"/>
                </a:lnTo>
                <a:cubicBezTo>
                  <a:pt x="104338" y="167371"/>
                  <a:pt x="103859" y="162622"/>
                  <a:pt x="106251" y="159035"/>
                </a:cubicBezTo>
                <a:lnTo>
                  <a:pt x="114211" y="147077"/>
                </a:lnTo>
                <a:cubicBezTo>
                  <a:pt x="113562" y="145471"/>
                  <a:pt x="112981" y="143797"/>
                  <a:pt x="112503" y="142055"/>
                </a:cubicBezTo>
                <a:cubicBezTo>
                  <a:pt x="112025" y="140313"/>
                  <a:pt x="111717" y="138570"/>
                  <a:pt x="111478" y="136862"/>
                </a:cubicBezTo>
                <a:lnTo>
                  <a:pt x="98598" y="130508"/>
                </a:lnTo>
                <a:cubicBezTo>
                  <a:pt x="94738" y="128594"/>
                  <a:pt x="92790" y="124221"/>
                  <a:pt x="93883" y="120087"/>
                </a:cubicBezTo>
                <a:lnTo>
                  <a:pt x="96275" y="111136"/>
                </a:lnTo>
                <a:cubicBezTo>
                  <a:pt x="97402" y="107003"/>
                  <a:pt x="101263" y="104201"/>
                  <a:pt x="105568" y="104474"/>
                </a:cubicBezTo>
                <a:lnTo>
                  <a:pt x="119882" y="105397"/>
                </a:lnTo>
                <a:cubicBezTo>
                  <a:pt x="122035" y="102629"/>
                  <a:pt x="124529" y="100067"/>
                  <a:pt x="127364" y="97881"/>
                </a:cubicBezTo>
                <a:lnTo>
                  <a:pt x="126442" y="83600"/>
                </a:lnTo>
                <a:cubicBezTo>
                  <a:pt x="126169" y="79295"/>
                  <a:pt x="128970" y="75401"/>
                  <a:pt x="133104" y="74307"/>
                </a:cubicBezTo>
                <a:lnTo>
                  <a:pt x="142055" y="71916"/>
                </a:lnTo>
                <a:close/>
                <a:moveTo>
                  <a:pt x="153193" y="116159"/>
                </a:moveTo>
                <a:cubicBezTo>
                  <a:pt x="144896" y="116168"/>
                  <a:pt x="138168" y="122911"/>
                  <a:pt x="138177" y="131208"/>
                </a:cubicBezTo>
                <a:cubicBezTo>
                  <a:pt x="138187" y="139504"/>
                  <a:pt x="144930" y="146233"/>
                  <a:pt x="153227" y="146223"/>
                </a:cubicBezTo>
                <a:cubicBezTo>
                  <a:pt x="161523" y="146214"/>
                  <a:pt x="168251" y="139470"/>
                  <a:pt x="168242" y="131174"/>
                </a:cubicBezTo>
                <a:cubicBezTo>
                  <a:pt x="168233" y="122877"/>
                  <a:pt x="161489" y="116149"/>
                  <a:pt x="153193" y="116159"/>
                </a:cubicBezTo>
                <a:close/>
                <a:moveTo>
                  <a:pt x="76835" y="-15545"/>
                </a:moveTo>
                <a:lnTo>
                  <a:pt x="85786" y="-13153"/>
                </a:lnTo>
                <a:cubicBezTo>
                  <a:pt x="89920" y="-12026"/>
                  <a:pt x="92722" y="-8131"/>
                  <a:pt x="92449" y="-3861"/>
                </a:cubicBezTo>
                <a:lnTo>
                  <a:pt x="91526" y="10420"/>
                </a:lnTo>
                <a:cubicBezTo>
                  <a:pt x="94362" y="12607"/>
                  <a:pt x="96856" y="15135"/>
                  <a:pt x="99008" y="17936"/>
                </a:cubicBezTo>
                <a:lnTo>
                  <a:pt x="113357" y="17014"/>
                </a:lnTo>
                <a:cubicBezTo>
                  <a:pt x="117628" y="16740"/>
                  <a:pt x="121522" y="19542"/>
                  <a:pt x="122650" y="23676"/>
                </a:cubicBezTo>
                <a:lnTo>
                  <a:pt x="125041" y="32627"/>
                </a:lnTo>
                <a:cubicBezTo>
                  <a:pt x="126135" y="36761"/>
                  <a:pt x="124187" y="41134"/>
                  <a:pt x="120327" y="43047"/>
                </a:cubicBezTo>
                <a:lnTo>
                  <a:pt x="107447" y="49402"/>
                </a:lnTo>
                <a:cubicBezTo>
                  <a:pt x="107207" y="51144"/>
                  <a:pt x="106866" y="52886"/>
                  <a:pt x="106422" y="54595"/>
                </a:cubicBezTo>
                <a:cubicBezTo>
                  <a:pt x="105978" y="56303"/>
                  <a:pt x="105363" y="58011"/>
                  <a:pt x="104714" y="59617"/>
                </a:cubicBezTo>
                <a:lnTo>
                  <a:pt x="112674" y="71574"/>
                </a:lnTo>
                <a:cubicBezTo>
                  <a:pt x="115065" y="75161"/>
                  <a:pt x="114587" y="79910"/>
                  <a:pt x="111546" y="82951"/>
                </a:cubicBezTo>
                <a:lnTo>
                  <a:pt x="104987" y="89510"/>
                </a:lnTo>
                <a:cubicBezTo>
                  <a:pt x="101946" y="92551"/>
                  <a:pt x="97197" y="93029"/>
                  <a:pt x="93610" y="90638"/>
                </a:cubicBezTo>
                <a:lnTo>
                  <a:pt x="81653" y="82678"/>
                </a:lnTo>
                <a:cubicBezTo>
                  <a:pt x="78407" y="84010"/>
                  <a:pt x="74956" y="84967"/>
                  <a:pt x="71438" y="85445"/>
                </a:cubicBezTo>
                <a:lnTo>
                  <a:pt x="65083" y="98291"/>
                </a:lnTo>
                <a:cubicBezTo>
                  <a:pt x="63170" y="102151"/>
                  <a:pt x="58797" y="104099"/>
                  <a:pt x="54663" y="103005"/>
                </a:cubicBezTo>
                <a:lnTo>
                  <a:pt x="45712" y="100614"/>
                </a:lnTo>
                <a:cubicBezTo>
                  <a:pt x="41544" y="99486"/>
                  <a:pt x="38776" y="95592"/>
                  <a:pt x="39050" y="91321"/>
                </a:cubicBezTo>
                <a:lnTo>
                  <a:pt x="39972" y="77006"/>
                </a:lnTo>
                <a:cubicBezTo>
                  <a:pt x="37137" y="74820"/>
                  <a:pt x="34643" y="72292"/>
                  <a:pt x="32490" y="69490"/>
                </a:cubicBezTo>
                <a:lnTo>
                  <a:pt x="18141" y="70413"/>
                </a:lnTo>
                <a:cubicBezTo>
                  <a:pt x="13871" y="70686"/>
                  <a:pt x="9976" y="67884"/>
                  <a:pt x="8849" y="63751"/>
                </a:cubicBezTo>
                <a:lnTo>
                  <a:pt x="6457" y="54799"/>
                </a:lnTo>
                <a:cubicBezTo>
                  <a:pt x="5364" y="50666"/>
                  <a:pt x="7311" y="46293"/>
                  <a:pt x="11172" y="44379"/>
                </a:cubicBezTo>
                <a:lnTo>
                  <a:pt x="24052" y="38025"/>
                </a:lnTo>
                <a:cubicBezTo>
                  <a:pt x="24291" y="36282"/>
                  <a:pt x="24632" y="34574"/>
                  <a:pt x="25077" y="32832"/>
                </a:cubicBezTo>
                <a:cubicBezTo>
                  <a:pt x="25555" y="31089"/>
                  <a:pt x="26102" y="29415"/>
                  <a:pt x="26785" y="27810"/>
                </a:cubicBezTo>
                <a:lnTo>
                  <a:pt x="18825" y="15886"/>
                </a:lnTo>
                <a:cubicBezTo>
                  <a:pt x="16433" y="12299"/>
                  <a:pt x="16911" y="7550"/>
                  <a:pt x="19952" y="4510"/>
                </a:cubicBezTo>
                <a:lnTo>
                  <a:pt x="26511" y="-2050"/>
                </a:lnTo>
                <a:cubicBezTo>
                  <a:pt x="29552" y="-5090"/>
                  <a:pt x="34301" y="-5569"/>
                  <a:pt x="37888" y="-3177"/>
                </a:cubicBezTo>
                <a:lnTo>
                  <a:pt x="49846" y="4783"/>
                </a:lnTo>
                <a:cubicBezTo>
                  <a:pt x="53091" y="3451"/>
                  <a:pt x="56542" y="2494"/>
                  <a:pt x="60061" y="2016"/>
                </a:cubicBezTo>
                <a:lnTo>
                  <a:pt x="66415" y="-10830"/>
                </a:lnTo>
                <a:cubicBezTo>
                  <a:pt x="68329" y="-14691"/>
                  <a:pt x="72667" y="-16638"/>
                  <a:pt x="76835" y="-15545"/>
                </a:cubicBezTo>
                <a:close/>
                <a:moveTo>
                  <a:pt x="65732" y="28698"/>
                </a:moveTo>
                <a:cubicBezTo>
                  <a:pt x="57436" y="28698"/>
                  <a:pt x="50700" y="35434"/>
                  <a:pt x="50700" y="43730"/>
                </a:cubicBezTo>
                <a:cubicBezTo>
                  <a:pt x="50700" y="52027"/>
                  <a:pt x="57436" y="58763"/>
                  <a:pt x="65732" y="58763"/>
                </a:cubicBezTo>
                <a:cubicBezTo>
                  <a:pt x="74029" y="58763"/>
                  <a:pt x="80764" y="52027"/>
                  <a:pt x="80764" y="43730"/>
                </a:cubicBezTo>
                <a:cubicBezTo>
                  <a:pt x="80764" y="35434"/>
                  <a:pt x="74029" y="28698"/>
                  <a:pt x="65732" y="2869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74605" y="349842"/>
            <a:ext cx="4416758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kern="0" spc="48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Quality Attributes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4605" y="524763"/>
            <a:ext cx="4512964" cy="349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79" b="1" dirty="0">
                <a:solidFill>
                  <a:srgbClr val="1E293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Non-Functional Requirements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9842" y="1136987"/>
            <a:ext cx="3734565" cy="3201056"/>
          </a:xfrm>
          <a:custGeom>
            <a:avLst/>
            <a:gdLst/>
            <a:ahLst/>
            <a:cxnLst/>
            <a:rect l="l" t="t" r="r" b="b"/>
            <a:pathLst>
              <a:path w="3734565" h="3201056">
                <a:moveTo>
                  <a:pt x="34984" y="0"/>
                </a:moveTo>
                <a:lnTo>
                  <a:pt x="3699581" y="0"/>
                </a:lnTo>
                <a:cubicBezTo>
                  <a:pt x="3718902" y="0"/>
                  <a:pt x="3734565" y="15663"/>
                  <a:pt x="3734565" y="34984"/>
                </a:cubicBezTo>
                <a:lnTo>
                  <a:pt x="3734565" y="3061106"/>
                </a:lnTo>
                <a:cubicBezTo>
                  <a:pt x="3734565" y="3138398"/>
                  <a:pt x="3671907" y="3201056"/>
                  <a:pt x="3594615" y="3201056"/>
                </a:cubicBezTo>
                <a:lnTo>
                  <a:pt x="139950" y="3201056"/>
                </a:lnTo>
                <a:cubicBezTo>
                  <a:pt x="62658" y="3201056"/>
                  <a:pt x="0" y="3138398"/>
                  <a:pt x="0" y="3061106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191" dist="8746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9842" y="1136987"/>
            <a:ext cx="3734565" cy="34984"/>
          </a:xfrm>
          <a:custGeom>
            <a:avLst/>
            <a:gdLst/>
            <a:ahLst/>
            <a:cxnLst/>
            <a:rect l="l" t="t" r="r" b="b"/>
            <a:pathLst>
              <a:path w="3734565" h="34984">
                <a:moveTo>
                  <a:pt x="34984" y="0"/>
                </a:moveTo>
                <a:lnTo>
                  <a:pt x="3699581" y="0"/>
                </a:lnTo>
                <a:cubicBezTo>
                  <a:pt x="3718902" y="0"/>
                  <a:pt x="3734565" y="15663"/>
                  <a:pt x="3734565" y="34984"/>
                </a:cubicBezTo>
                <a:lnTo>
                  <a:pt x="3734565" y="34984"/>
                </a:lnTo>
                <a:lnTo>
                  <a:pt x="0" y="34984"/>
                </a:ln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24763" y="1329400"/>
            <a:ext cx="489779" cy="489779"/>
          </a:xfrm>
          <a:custGeom>
            <a:avLst/>
            <a:gdLst/>
            <a:ahLst/>
            <a:cxnLst/>
            <a:rect l="l" t="t" r="r" b="b"/>
            <a:pathLst>
              <a:path w="489779" h="489779">
                <a:moveTo>
                  <a:pt x="104955" y="0"/>
                </a:moveTo>
                <a:lnTo>
                  <a:pt x="384824" y="0"/>
                </a:lnTo>
                <a:cubicBezTo>
                  <a:pt x="442789" y="0"/>
                  <a:pt x="489779" y="46990"/>
                  <a:pt x="489779" y="104955"/>
                </a:cubicBezTo>
                <a:lnTo>
                  <a:pt x="489779" y="384824"/>
                </a:lnTo>
                <a:cubicBezTo>
                  <a:pt x="489779" y="442789"/>
                  <a:pt x="442789" y="489779"/>
                  <a:pt x="384824" y="489779"/>
                </a:cubicBezTo>
                <a:lnTo>
                  <a:pt x="104955" y="489779"/>
                </a:lnTo>
                <a:cubicBezTo>
                  <a:pt x="46990" y="489779"/>
                  <a:pt x="0" y="442789"/>
                  <a:pt x="0" y="384824"/>
                </a:cubicBezTo>
                <a:lnTo>
                  <a:pt x="0" y="104955"/>
                </a:lnTo>
                <a:cubicBezTo>
                  <a:pt x="0" y="46990"/>
                  <a:pt x="46990" y="0"/>
                  <a:pt x="104955" y="0"/>
                </a:cubicBezTo>
                <a:close/>
              </a:path>
            </a:pathLst>
          </a:custGeom>
          <a:gradFill flip="none" rotWithShape="1"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64700" y="1469337"/>
            <a:ext cx="209905" cy="209905"/>
          </a:xfrm>
          <a:custGeom>
            <a:avLst/>
            <a:gdLst/>
            <a:ahLst/>
            <a:cxnLst/>
            <a:rect l="l" t="t" r="r" b="b"/>
            <a:pathLst>
              <a:path w="209905" h="209905">
                <a:moveTo>
                  <a:pt x="104953" y="0"/>
                </a:moveTo>
                <a:cubicBezTo>
                  <a:pt x="106839" y="0"/>
                  <a:pt x="108724" y="410"/>
                  <a:pt x="110446" y="1189"/>
                </a:cubicBezTo>
                <a:lnTo>
                  <a:pt x="187685" y="33946"/>
                </a:lnTo>
                <a:cubicBezTo>
                  <a:pt x="196704" y="37758"/>
                  <a:pt x="203428" y="46655"/>
                  <a:pt x="203387" y="57396"/>
                </a:cubicBezTo>
                <a:cubicBezTo>
                  <a:pt x="203182" y="98065"/>
                  <a:pt x="186455" y="172475"/>
                  <a:pt x="115817" y="206298"/>
                </a:cubicBezTo>
                <a:cubicBezTo>
                  <a:pt x="108970" y="209577"/>
                  <a:pt x="101017" y="209577"/>
                  <a:pt x="94170" y="206298"/>
                </a:cubicBezTo>
                <a:cubicBezTo>
                  <a:pt x="23491" y="172475"/>
                  <a:pt x="6806" y="98065"/>
                  <a:pt x="6601" y="57396"/>
                </a:cubicBezTo>
                <a:cubicBezTo>
                  <a:pt x="6560" y="46655"/>
                  <a:pt x="13283" y="37758"/>
                  <a:pt x="22302" y="33946"/>
                </a:cubicBezTo>
                <a:lnTo>
                  <a:pt x="99500" y="1189"/>
                </a:lnTo>
                <a:cubicBezTo>
                  <a:pt x="101222" y="410"/>
                  <a:pt x="103067" y="0"/>
                  <a:pt x="104953" y="0"/>
                </a:cubicBezTo>
                <a:close/>
                <a:moveTo>
                  <a:pt x="104953" y="27386"/>
                </a:moveTo>
                <a:lnTo>
                  <a:pt x="104953" y="182396"/>
                </a:lnTo>
                <a:cubicBezTo>
                  <a:pt x="161529" y="155010"/>
                  <a:pt x="176739" y="94334"/>
                  <a:pt x="177108" y="58011"/>
                </a:cubicBezTo>
                <a:lnTo>
                  <a:pt x="104953" y="27427"/>
                </a:lnTo>
                <a:lnTo>
                  <a:pt x="104953" y="27427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19495" y="1451845"/>
            <a:ext cx="725923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4763" y="1959116"/>
            <a:ext cx="3384723" cy="594732"/>
          </a:xfrm>
          <a:custGeom>
            <a:avLst/>
            <a:gdLst/>
            <a:ahLst/>
            <a:cxnLst/>
            <a:rect l="l" t="t" r="r" b="b"/>
            <a:pathLst>
              <a:path w="3384723" h="594732">
                <a:moveTo>
                  <a:pt x="104952" y="0"/>
                </a:moveTo>
                <a:lnTo>
                  <a:pt x="3279771" y="0"/>
                </a:lnTo>
                <a:cubicBezTo>
                  <a:pt x="3337734" y="0"/>
                  <a:pt x="3384723" y="46989"/>
                  <a:pt x="3384723" y="104952"/>
                </a:cubicBezTo>
                <a:lnTo>
                  <a:pt x="3384723" y="489779"/>
                </a:lnTo>
                <a:cubicBezTo>
                  <a:pt x="3384723" y="547743"/>
                  <a:pt x="3337734" y="594732"/>
                  <a:pt x="3279771" y="594732"/>
                </a:cubicBezTo>
                <a:lnTo>
                  <a:pt x="104952" y="594732"/>
                </a:lnTo>
                <a:cubicBezTo>
                  <a:pt x="46989" y="594732"/>
                  <a:pt x="0" y="547743"/>
                  <a:pt x="0" y="489779"/>
                </a:cubicBezTo>
                <a:lnTo>
                  <a:pt x="0" y="104952"/>
                </a:lnTo>
                <a:cubicBezTo>
                  <a:pt x="0" y="46989"/>
                  <a:pt x="46989" y="0"/>
                  <a:pt x="104952" y="0"/>
                </a:cubicBezTo>
                <a:close/>
              </a:path>
            </a:pathLst>
          </a:custGeom>
          <a:solidFill>
            <a:srgbClr val="F8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64700" y="2081561"/>
            <a:ext cx="104953" cy="139937"/>
          </a:xfrm>
          <a:custGeom>
            <a:avLst/>
            <a:gdLst/>
            <a:ahLst/>
            <a:cxnLst/>
            <a:rect l="l" t="t" r="r" b="b"/>
            <a:pathLst>
              <a:path w="104953" h="139937">
                <a:moveTo>
                  <a:pt x="34984" y="26238"/>
                </a:moveTo>
                <a:lnTo>
                  <a:pt x="34984" y="43730"/>
                </a:lnTo>
                <a:lnTo>
                  <a:pt x="69968" y="43730"/>
                </a:lnTo>
                <a:lnTo>
                  <a:pt x="69968" y="26238"/>
                </a:lnTo>
                <a:cubicBezTo>
                  <a:pt x="69968" y="16590"/>
                  <a:pt x="62124" y="8746"/>
                  <a:pt x="52476" y="8746"/>
                </a:cubicBezTo>
                <a:cubicBezTo>
                  <a:pt x="42828" y="8746"/>
                  <a:pt x="34984" y="16590"/>
                  <a:pt x="34984" y="26238"/>
                </a:cubicBezTo>
                <a:close/>
                <a:moveTo>
                  <a:pt x="17492" y="43730"/>
                </a:moveTo>
                <a:lnTo>
                  <a:pt x="17492" y="26238"/>
                </a:lnTo>
                <a:cubicBezTo>
                  <a:pt x="17492" y="6915"/>
                  <a:pt x="33153" y="-8746"/>
                  <a:pt x="52476" y="-8746"/>
                </a:cubicBezTo>
                <a:cubicBezTo>
                  <a:pt x="71800" y="-8746"/>
                  <a:pt x="87461" y="6915"/>
                  <a:pt x="87461" y="26238"/>
                </a:cubicBezTo>
                <a:lnTo>
                  <a:pt x="87461" y="43730"/>
                </a:lnTo>
                <a:cubicBezTo>
                  <a:pt x="97109" y="43730"/>
                  <a:pt x="104953" y="51574"/>
                  <a:pt x="104953" y="61222"/>
                </a:cubicBezTo>
                <a:lnTo>
                  <a:pt x="104953" y="122445"/>
                </a:lnTo>
                <a:cubicBezTo>
                  <a:pt x="104953" y="132093"/>
                  <a:pt x="97109" y="139937"/>
                  <a:pt x="87461" y="139937"/>
                </a:cubicBezTo>
                <a:lnTo>
                  <a:pt x="17492" y="139937"/>
                </a:lnTo>
                <a:cubicBezTo>
                  <a:pt x="7844" y="139937"/>
                  <a:pt x="0" y="132093"/>
                  <a:pt x="0" y="122445"/>
                </a:cubicBezTo>
                <a:lnTo>
                  <a:pt x="0" y="61222"/>
                </a:lnTo>
                <a:cubicBezTo>
                  <a:pt x="0" y="51574"/>
                  <a:pt x="7844" y="43730"/>
                  <a:pt x="17492" y="4373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74605" y="2064069"/>
            <a:ext cx="454795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TLS 1.3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9716" y="2273974"/>
            <a:ext cx="3236040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Latest encryption protocol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24763" y="2658801"/>
            <a:ext cx="3384723" cy="594732"/>
          </a:xfrm>
          <a:custGeom>
            <a:avLst/>
            <a:gdLst/>
            <a:ahLst/>
            <a:cxnLst/>
            <a:rect l="l" t="t" r="r" b="b"/>
            <a:pathLst>
              <a:path w="3384723" h="594732">
                <a:moveTo>
                  <a:pt x="104952" y="0"/>
                </a:moveTo>
                <a:lnTo>
                  <a:pt x="3279771" y="0"/>
                </a:lnTo>
                <a:cubicBezTo>
                  <a:pt x="3337734" y="0"/>
                  <a:pt x="3384723" y="46989"/>
                  <a:pt x="3384723" y="104952"/>
                </a:cubicBezTo>
                <a:lnTo>
                  <a:pt x="3384723" y="489779"/>
                </a:lnTo>
                <a:cubicBezTo>
                  <a:pt x="3384723" y="547743"/>
                  <a:pt x="3337734" y="594732"/>
                  <a:pt x="3279771" y="594732"/>
                </a:cubicBezTo>
                <a:lnTo>
                  <a:pt x="104952" y="594732"/>
                </a:lnTo>
                <a:cubicBezTo>
                  <a:pt x="46989" y="594732"/>
                  <a:pt x="0" y="547743"/>
                  <a:pt x="0" y="489779"/>
                </a:cubicBezTo>
                <a:lnTo>
                  <a:pt x="0" y="104952"/>
                </a:lnTo>
                <a:cubicBezTo>
                  <a:pt x="0" y="46989"/>
                  <a:pt x="46989" y="0"/>
                  <a:pt x="104952" y="0"/>
                </a:cubicBezTo>
                <a:close/>
              </a:path>
            </a:pathLst>
          </a:custGeom>
          <a:solidFill>
            <a:srgbClr val="F8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7208" y="2781245"/>
            <a:ext cx="139937" cy="139937"/>
          </a:xfrm>
          <a:custGeom>
            <a:avLst/>
            <a:gdLst/>
            <a:ahLst/>
            <a:cxnLst/>
            <a:rect l="l" t="t" r="r" b="b"/>
            <a:pathLst>
              <a:path w="139937" h="139937">
                <a:moveTo>
                  <a:pt x="91834" y="96207"/>
                </a:moveTo>
                <a:cubicBezTo>
                  <a:pt x="118400" y="96207"/>
                  <a:pt x="139937" y="74669"/>
                  <a:pt x="139937" y="48103"/>
                </a:cubicBezTo>
                <a:cubicBezTo>
                  <a:pt x="139937" y="21537"/>
                  <a:pt x="118400" y="0"/>
                  <a:pt x="91834" y="0"/>
                </a:cubicBezTo>
                <a:cubicBezTo>
                  <a:pt x="65267" y="0"/>
                  <a:pt x="43730" y="21537"/>
                  <a:pt x="43730" y="48103"/>
                </a:cubicBezTo>
                <a:cubicBezTo>
                  <a:pt x="43730" y="53214"/>
                  <a:pt x="44523" y="58161"/>
                  <a:pt x="45999" y="62780"/>
                </a:cubicBezTo>
                <a:lnTo>
                  <a:pt x="1913" y="106866"/>
                </a:lnTo>
                <a:cubicBezTo>
                  <a:pt x="683" y="108096"/>
                  <a:pt x="0" y="109763"/>
                  <a:pt x="0" y="111512"/>
                </a:cubicBezTo>
                <a:lnTo>
                  <a:pt x="0" y="133377"/>
                </a:lnTo>
                <a:cubicBezTo>
                  <a:pt x="0" y="137012"/>
                  <a:pt x="2924" y="139937"/>
                  <a:pt x="6560" y="139937"/>
                </a:cubicBezTo>
                <a:lnTo>
                  <a:pt x="28425" y="139937"/>
                </a:lnTo>
                <a:cubicBezTo>
                  <a:pt x="32060" y="139937"/>
                  <a:pt x="34984" y="137012"/>
                  <a:pt x="34984" y="133377"/>
                </a:cubicBezTo>
                <a:lnTo>
                  <a:pt x="34984" y="122445"/>
                </a:lnTo>
                <a:lnTo>
                  <a:pt x="45917" y="122445"/>
                </a:lnTo>
                <a:cubicBezTo>
                  <a:pt x="49552" y="122445"/>
                  <a:pt x="52476" y="119520"/>
                  <a:pt x="52476" y="115885"/>
                </a:cubicBezTo>
                <a:lnTo>
                  <a:pt x="52476" y="104953"/>
                </a:lnTo>
                <a:lnTo>
                  <a:pt x="63409" y="104953"/>
                </a:lnTo>
                <a:cubicBezTo>
                  <a:pt x="65158" y="104953"/>
                  <a:pt x="66825" y="104269"/>
                  <a:pt x="68055" y="103039"/>
                </a:cubicBezTo>
                <a:lnTo>
                  <a:pt x="77157" y="93938"/>
                </a:lnTo>
                <a:cubicBezTo>
                  <a:pt x="81776" y="95414"/>
                  <a:pt x="86723" y="96207"/>
                  <a:pt x="91834" y="96207"/>
                </a:cubicBezTo>
                <a:close/>
                <a:moveTo>
                  <a:pt x="102766" y="26238"/>
                </a:moveTo>
                <a:cubicBezTo>
                  <a:pt x="108800" y="26238"/>
                  <a:pt x="113699" y="31137"/>
                  <a:pt x="113699" y="37171"/>
                </a:cubicBezTo>
                <a:cubicBezTo>
                  <a:pt x="113699" y="43205"/>
                  <a:pt x="108800" y="48103"/>
                  <a:pt x="102766" y="48103"/>
                </a:cubicBezTo>
                <a:cubicBezTo>
                  <a:pt x="96732" y="48103"/>
                  <a:pt x="91834" y="43205"/>
                  <a:pt x="91834" y="37171"/>
                </a:cubicBezTo>
                <a:cubicBezTo>
                  <a:pt x="91834" y="31137"/>
                  <a:pt x="96732" y="26238"/>
                  <a:pt x="102766" y="26238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74605" y="2763753"/>
            <a:ext cx="1136987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JWT Authentication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9716" y="2973659"/>
            <a:ext cx="3236040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token-based auth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24763" y="3358485"/>
            <a:ext cx="3384723" cy="594732"/>
          </a:xfrm>
          <a:custGeom>
            <a:avLst/>
            <a:gdLst/>
            <a:ahLst/>
            <a:cxnLst/>
            <a:rect l="l" t="t" r="r" b="b"/>
            <a:pathLst>
              <a:path w="3384723" h="594732">
                <a:moveTo>
                  <a:pt x="104952" y="0"/>
                </a:moveTo>
                <a:lnTo>
                  <a:pt x="3279771" y="0"/>
                </a:lnTo>
                <a:cubicBezTo>
                  <a:pt x="3337734" y="0"/>
                  <a:pt x="3384723" y="46989"/>
                  <a:pt x="3384723" y="104952"/>
                </a:cubicBezTo>
                <a:lnTo>
                  <a:pt x="3384723" y="489779"/>
                </a:lnTo>
                <a:cubicBezTo>
                  <a:pt x="3384723" y="547743"/>
                  <a:pt x="3337734" y="594732"/>
                  <a:pt x="3279771" y="594732"/>
                </a:cubicBezTo>
                <a:lnTo>
                  <a:pt x="104952" y="594732"/>
                </a:lnTo>
                <a:cubicBezTo>
                  <a:pt x="46989" y="594732"/>
                  <a:pt x="0" y="547743"/>
                  <a:pt x="0" y="489779"/>
                </a:cubicBezTo>
                <a:lnTo>
                  <a:pt x="0" y="104952"/>
                </a:lnTo>
                <a:cubicBezTo>
                  <a:pt x="0" y="46989"/>
                  <a:pt x="46989" y="0"/>
                  <a:pt x="104952" y="0"/>
                </a:cubicBezTo>
                <a:close/>
              </a:path>
            </a:pathLst>
          </a:custGeom>
          <a:solidFill>
            <a:srgbClr val="F8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8462" y="3480930"/>
            <a:ext cx="157429" cy="139937"/>
          </a:xfrm>
          <a:custGeom>
            <a:avLst/>
            <a:gdLst/>
            <a:ahLst/>
            <a:cxnLst/>
            <a:rect l="l" t="t" r="r" b="b"/>
            <a:pathLst>
              <a:path w="157429" h="139937">
                <a:moveTo>
                  <a:pt x="65377" y="-2187"/>
                </a:moveTo>
                <a:cubicBezTo>
                  <a:pt x="63710" y="-3881"/>
                  <a:pt x="61277" y="-4564"/>
                  <a:pt x="58981" y="-3936"/>
                </a:cubicBezTo>
                <a:cubicBezTo>
                  <a:pt x="56685" y="-3307"/>
                  <a:pt x="54909" y="-1531"/>
                  <a:pt x="54335" y="765"/>
                </a:cubicBezTo>
                <a:lnTo>
                  <a:pt x="50153" y="17219"/>
                </a:lnTo>
                <a:cubicBezTo>
                  <a:pt x="49853" y="18421"/>
                  <a:pt x="48623" y="19132"/>
                  <a:pt x="47447" y="18777"/>
                </a:cubicBezTo>
                <a:lnTo>
                  <a:pt x="31103" y="14185"/>
                </a:lnTo>
                <a:cubicBezTo>
                  <a:pt x="28807" y="13529"/>
                  <a:pt x="26347" y="14185"/>
                  <a:pt x="24680" y="15852"/>
                </a:cubicBezTo>
                <a:cubicBezTo>
                  <a:pt x="23013" y="17519"/>
                  <a:pt x="22357" y="19979"/>
                  <a:pt x="23013" y="22275"/>
                </a:cubicBezTo>
                <a:lnTo>
                  <a:pt x="27632" y="38619"/>
                </a:lnTo>
                <a:cubicBezTo>
                  <a:pt x="27960" y="39795"/>
                  <a:pt x="27249" y="41024"/>
                  <a:pt x="26074" y="41325"/>
                </a:cubicBezTo>
                <a:lnTo>
                  <a:pt x="9593" y="45507"/>
                </a:lnTo>
                <a:cubicBezTo>
                  <a:pt x="7297" y="46081"/>
                  <a:pt x="5494" y="47885"/>
                  <a:pt x="4865" y="50180"/>
                </a:cubicBezTo>
                <a:cubicBezTo>
                  <a:pt x="4236" y="52476"/>
                  <a:pt x="4920" y="54909"/>
                  <a:pt x="6614" y="56576"/>
                </a:cubicBezTo>
                <a:lnTo>
                  <a:pt x="18777" y="68411"/>
                </a:lnTo>
                <a:cubicBezTo>
                  <a:pt x="19651" y="69258"/>
                  <a:pt x="19651" y="70679"/>
                  <a:pt x="18777" y="71554"/>
                </a:cubicBezTo>
                <a:lnTo>
                  <a:pt x="6642" y="83388"/>
                </a:lnTo>
                <a:cubicBezTo>
                  <a:pt x="4947" y="85055"/>
                  <a:pt x="4264" y="87488"/>
                  <a:pt x="4892" y="89784"/>
                </a:cubicBezTo>
                <a:cubicBezTo>
                  <a:pt x="5521" y="92080"/>
                  <a:pt x="7325" y="93856"/>
                  <a:pt x="9621" y="94457"/>
                </a:cubicBezTo>
                <a:lnTo>
                  <a:pt x="26074" y="98639"/>
                </a:lnTo>
                <a:cubicBezTo>
                  <a:pt x="27277" y="98940"/>
                  <a:pt x="27987" y="100170"/>
                  <a:pt x="27632" y="101345"/>
                </a:cubicBezTo>
                <a:lnTo>
                  <a:pt x="23013" y="117662"/>
                </a:lnTo>
                <a:cubicBezTo>
                  <a:pt x="22357" y="119958"/>
                  <a:pt x="23013" y="122417"/>
                  <a:pt x="24680" y="124085"/>
                </a:cubicBezTo>
                <a:cubicBezTo>
                  <a:pt x="26347" y="125752"/>
                  <a:pt x="28807" y="126408"/>
                  <a:pt x="31103" y="125752"/>
                </a:cubicBezTo>
                <a:lnTo>
                  <a:pt x="47447" y="121133"/>
                </a:lnTo>
                <a:cubicBezTo>
                  <a:pt x="48623" y="120805"/>
                  <a:pt x="49853" y="121515"/>
                  <a:pt x="50153" y="122691"/>
                </a:cubicBezTo>
                <a:lnTo>
                  <a:pt x="54335" y="139144"/>
                </a:lnTo>
                <a:cubicBezTo>
                  <a:pt x="54909" y="141440"/>
                  <a:pt x="56713" y="143244"/>
                  <a:pt x="59009" y="143873"/>
                </a:cubicBezTo>
                <a:cubicBezTo>
                  <a:pt x="61304" y="144501"/>
                  <a:pt x="63737" y="143818"/>
                  <a:pt x="65404" y="142123"/>
                </a:cubicBezTo>
                <a:lnTo>
                  <a:pt x="77239" y="129961"/>
                </a:lnTo>
                <a:cubicBezTo>
                  <a:pt x="78086" y="129086"/>
                  <a:pt x="79507" y="129086"/>
                  <a:pt x="80382" y="129961"/>
                </a:cubicBezTo>
                <a:lnTo>
                  <a:pt x="92189" y="142123"/>
                </a:lnTo>
                <a:cubicBezTo>
                  <a:pt x="93856" y="143818"/>
                  <a:pt x="96289" y="144501"/>
                  <a:pt x="98584" y="143873"/>
                </a:cubicBezTo>
                <a:cubicBezTo>
                  <a:pt x="100880" y="143244"/>
                  <a:pt x="102657" y="141440"/>
                  <a:pt x="103258" y="139144"/>
                </a:cubicBezTo>
                <a:lnTo>
                  <a:pt x="107440" y="122718"/>
                </a:lnTo>
                <a:cubicBezTo>
                  <a:pt x="107740" y="121515"/>
                  <a:pt x="108970" y="120805"/>
                  <a:pt x="110146" y="121160"/>
                </a:cubicBezTo>
                <a:lnTo>
                  <a:pt x="126490" y="125779"/>
                </a:lnTo>
                <a:cubicBezTo>
                  <a:pt x="128786" y="126435"/>
                  <a:pt x="131245" y="125779"/>
                  <a:pt x="132913" y="124112"/>
                </a:cubicBezTo>
                <a:cubicBezTo>
                  <a:pt x="134580" y="122445"/>
                  <a:pt x="135236" y="119985"/>
                  <a:pt x="134580" y="117689"/>
                </a:cubicBezTo>
                <a:lnTo>
                  <a:pt x="129961" y="101345"/>
                </a:lnTo>
                <a:cubicBezTo>
                  <a:pt x="129633" y="100170"/>
                  <a:pt x="130344" y="98940"/>
                  <a:pt x="131519" y="98639"/>
                </a:cubicBezTo>
                <a:lnTo>
                  <a:pt x="147972" y="94457"/>
                </a:lnTo>
                <a:cubicBezTo>
                  <a:pt x="150268" y="93883"/>
                  <a:pt x="152072" y="92080"/>
                  <a:pt x="152701" y="89784"/>
                </a:cubicBezTo>
                <a:cubicBezTo>
                  <a:pt x="153329" y="87488"/>
                  <a:pt x="152646" y="85028"/>
                  <a:pt x="150951" y="83388"/>
                </a:cubicBezTo>
                <a:lnTo>
                  <a:pt x="138789" y="71554"/>
                </a:lnTo>
                <a:cubicBezTo>
                  <a:pt x="137914" y="70706"/>
                  <a:pt x="137914" y="69285"/>
                  <a:pt x="138789" y="68411"/>
                </a:cubicBezTo>
                <a:lnTo>
                  <a:pt x="150951" y="56576"/>
                </a:lnTo>
                <a:cubicBezTo>
                  <a:pt x="152646" y="54909"/>
                  <a:pt x="153329" y="52476"/>
                  <a:pt x="152701" y="50180"/>
                </a:cubicBezTo>
                <a:cubicBezTo>
                  <a:pt x="152072" y="47885"/>
                  <a:pt x="150268" y="46108"/>
                  <a:pt x="147972" y="45507"/>
                </a:cubicBezTo>
                <a:lnTo>
                  <a:pt x="131519" y="41325"/>
                </a:lnTo>
                <a:cubicBezTo>
                  <a:pt x="130316" y="41024"/>
                  <a:pt x="129606" y="39795"/>
                  <a:pt x="129961" y="38619"/>
                </a:cubicBezTo>
                <a:lnTo>
                  <a:pt x="134580" y="22275"/>
                </a:lnTo>
                <a:cubicBezTo>
                  <a:pt x="135236" y="19979"/>
                  <a:pt x="134580" y="17519"/>
                  <a:pt x="132913" y="15852"/>
                </a:cubicBezTo>
                <a:cubicBezTo>
                  <a:pt x="131245" y="14185"/>
                  <a:pt x="128786" y="13529"/>
                  <a:pt x="126490" y="14185"/>
                </a:cubicBezTo>
                <a:lnTo>
                  <a:pt x="110146" y="18804"/>
                </a:lnTo>
                <a:cubicBezTo>
                  <a:pt x="108970" y="19132"/>
                  <a:pt x="107740" y="18421"/>
                  <a:pt x="107440" y="17246"/>
                </a:cubicBezTo>
                <a:lnTo>
                  <a:pt x="103258" y="765"/>
                </a:lnTo>
                <a:cubicBezTo>
                  <a:pt x="102684" y="-1531"/>
                  <a:pt x="100880" y="-3334"/>
                  <a:pt x="98584" y="-3963"/>
                </a:cubicBezTo>
                <a:cubicBezTo>
                  <a:pt x="96289" y="-4592"/>
                  <a:pt x="93856" y="-3908"/>
                  <a:pt x="92189" y="-2214"/>
                </a:cubicBezTo>
                <a:lnTo>
                  <a:pt x="80354" y="9976"/>
                </a:lnTo>
                <a:cubicBezTo>
                  <a:pt x="79507" y="10851"/>
                  <a:pt x="78086" y="10851"/>
                  <a:pt x="77211" y="9976"/>
                </a:cubicBezTo>
                <a:lnTo>
                  <a:pt x="65377" y="-2187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74605" y="3463438"/>
            <a:ext cx="446049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9716" y="3673343"/>
            <a:ext cx="3236040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Encrypted communications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26531" y="1136987"/>
            <a:ext cx="3734565" cy="3201056"/>
          </a:xfrm>
          <a:custGeom>
            <a:avLst/>
            <a:gdLst/>
            <a:ahLst/>
            <a:cxnLst/>
            <a:rect l="l" t="t" r="r" b="b"/>
            <a:pathLst>
              <a:path w="3734565" h="3201056">
                <a:moveTo>
                  <a:pt x="34984" y="0"/>
                </a:moveTo>
                <a:lnTo>
                  <a:pt x="3699581" y="0"/>
                </a:lnTo>
                <a:cubicBezTo>
                  <a:pt x="3718902" y="0"/>
                  <a:pt x="3734565" y="15663"/>
                  <a:pt x="3734565" y="34984"/>
                </a:cubicBezTo>
                <a:lnTo>
                  <a:pt x="3734565" y="3061106"/>
                </a:lnTo>
                <a:cubicBezTo>
                  <a:pt x="3734565" y="3138398"/>
                  <a:pt x="3671907" y="3201056"/>
                  <a:pt x="3594615" y="3201056"/>
                </a:cubicBezTo>
                <a:lnTo>
                  <a:pt x="139950" y="3201056"/>
                </a:lnTo>
                <a:cubicBezTo>
                  <a:pt x="62658" y="3201056"/>
                  <a:pt x="0" y="3138398"/>
                  <a:pt x="0" y="3061106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191" dist="8746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226531" y="1136987"/>
            <a:ext cx="3734565" cy="34984"/>
          </a:xfrm>
          <a:custGeom>
            <a:avLst/>
            <a:gdLst/>
            <a:ahLst/>
            <a:cxnLst/>
            <a:rect l="l" t="t" r="r" b="b"/>
            <a:pathLst>
              <a:path w="3734565" h="34984">
                <a:moveTo>
                  <a:pt x="34984" y="0"/>
                </a:moveTo>
                <a:lnTo>
                  <a:pt x="3699581" y="0"/>
                </a:lnTo>
                <a:cubicBezTo>
                  <a:pt x="3718902" y="0"/>
                  <a:pt x="3734565" y="15663"/>
                  <a:pt x="3734565" y="34984"/>
                </a:cubicBezTo>
                <a:lnTo>
                  <a:pt x="3734565" y="34984"/>
                </a:lnTo>
                <a:lnTo>
                  <a:pt x="0" y="34984"/>
                </a:ln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401452" y="1329400"/>
            <a:ext cx="489779" cy="489779"/>
          </a:xfrm>
          <a:custGeom>
            <a:avLst/>
            <a:gdLst/>
            <a:ahLst/>
            <a:cxnLst/>
            <a:rect l="l" t="t" r="r" b="b"/>
            <a:pathLst>
              <a:path w="489779" h="489779">
                <a:moveTo>
                  <a:pt x="104955" y="0"/>
                </a:moveTo>
                <a:lnTo>
                  <a:pt x="384824" y="0"/>
                </a:lnTo>
                <a:cubicBezTo>
                  <a:pt x="442789" y="0"/>
                  <a:pt x="489779" y="46990"/>
                  <a:pt x="489779" y="104955"/>
                </a:cubicBezTo>
                <a:lnTo>
                  <a:pt x="489779" y="384824"/>
                </a:lnTo>
                <a:cubicBezTo>
                  <a:pt x="489779" y="442789"/>
                  <a:pt x="442789" y="489779"/>
                  <a:pt x="384824" y="489779"/>
                </a:cubicBezTo>
                <a:lnTo>
                  <a:pt x="104955" y="489779"/>
                </a:lnTo>
                <a:cubicBezTo>
                  <a:pt x="46990" y="489779"/>
                  <a:pt x="0" y="442789"/>
                  <a:pt x="0" y="384824"/>
                </a:cubicBezTo>
                <a:lnTo>
                  <a:pt x="0" y="104955"/>
                </a:lnTo>
                <a:cubicBezTo>
                  <a:pt x="0" y="46990"/>
                  <a:pt x="46990" y="0"/>
                  <a:pt x="104955" y="0"/>
                </a:cubicBezTo>
                <a:close/>
              </a:path>
            </a:pathLst>
          </a:custGeom>
          <a:gradFill flip="none" rotWithShape="1">
            <a:gsLst>
              <a:gs pos="0">
                <a:srgbClr val="7C3AED"/>
              </a:gs>
              <a:gs pos="100000">
                <a:srgbClr val="EC4899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41389" y="1469337"/>
            <a:ext cx="209905" cy="209905"/>
          </a:xfrm>
          <a:custGeom>
            <a:avLst/>
            <a:gdLst/>
            <a:ahLst/>
            <a:cxnLst/>
            <a:rect l="l" t="t" r="r" b="b"/>
            <a:pathLst>
              <a:path w="209905" h="209905">
                <a:moveTo>
                  <a:pt x="0" y="104953"/>
                </a:moveTo>
                <a:cubicBezTo>
                  <a:pt x="0" y="47028"/>
                  <a:pt x="47028" y="0"/>
                  <a:pt x="104953" y="0"/>
                </a:cubicBezTo>
                <a:cubicBezTo>
                  <a:pt x="162878" y="0"/>
                  <a:pt x="209905" y="47028"/>
                  <a:pt x="209905" y="104953"/>
                </a:cubicBezTo>
                <a:cubicBezTo>
                  <a:pt x="209905" y="162878"/>
                  <a:pt x="162878" y="209905"/>
                  <a:pt x="104953" y="209905"/>
                </a:cubicBezTo>
                <a:cubicBezTo>
                  <a:pt x="47028" y="209905"/>
                  <a:pt x="0" y="162878"/>
                  <a:pt x="0" y="104953"/>
                </a:cubicBezTo>
                <a:close/>
                <a:moveTo>
                  <a:pt x="118072" y="39357"/>
                </a:moveTo>
                <a:cubicBezTo>
                  <a:pt x="118072" y="32117"/>
                  <a:pt x="112193" y="26238"/>
                  <a:pt x="104953" y="26238"/>
                </a:cubicBezTo>
                <a:cubicBezTo>
                  <a:pt x="97712" y="26238"/>
                  <a:pt x="91834" y="32117"/>
                  <a:pt x="91834" y="39357"/>
                </a:cubicBezTo>
                <a:cubicBezTo>
                  <a:pt x="91834" y="46598"/>
                  <a:pt x="97712" y="52476"/>
                  <a:pt x="104953" y="52476"/>
                </a:cubicBezTo>
                <a:cubicBezTo>
                  <a:pt x="112193" y="52476"/>
                  <a:pt x="118072" y="46598"/>
                  <a:pt x="118072" y="39357"/>
                </a:cubicBezTo>
                <a:close/>
                <a:moveTo>
                  <a:pt x="104953" y="170548"/>
                </a:moveTo>
                <a:cubicBezTo>
                  <a:pt x="119425" y="170548"/>
                  <a:pt x="131191" y="158782"/>
                  <a:pt x="131191" y="144310"/>
                </a:cubicBezTo>
                <a:cubicBezTo>
                  <a:pt x="131191" y="137668"/>
                  <a:pt x="128731" y="131560"/>
                  <a:pt x="124631" y="126968"/>
                </a:cubicBezTo>
                <a:lnTo>
                  <a:pt x="153124" y="70023"/>
                </a:lnTo>
                <a:cubicBezTo>
                  <a:pt x="155543" y="65144"/>
                  <a:pt x="153575" y="59241"/>
                  <a:pt x="148738" y="56822"/>
                </a:cubicBezTo>
                <a:cubicBezTo>
                  <a:pt x="143900" y="54403"/>
                  <a:pt x="137955" y="56371"/>
                  <a:pt x="135537" y="61209"/>
                </a:cubicBezTo>
                <a:lnTo>
                  <a:pt x="107044" y="118154"/>
                </a:lnTo>
                <a:cubicBezTo>
                  <a:pt x="106347" y="118113"/>
                  <a:pt x="105650" y="118072"/>
                  <a:pt x="104953" y="118072"/>
                </a:cubicBezTo>
                <a:cubicBezTo>
                  <a:pt x="90481" y="118072"/>
                  <a:pt x="78714" y="129838"/>
                  <a:pt x="78714" y="144310"/>
                </a:cubicBezTo>
                <a:cubicBezTo>
                  <a:pt x="78714" y="158782"/>
                  <a:pt x="90481" y="170548"/>
                  <a:pt x="104953" y="170548"/>
                </a:cubicBezTo>
                <a:close/>
                <a:moveTo>
                  <a:pt x="72155" y="59036"/>
                </a:moveTo>
                <a:cubicBezTo>
                  <a:pt x="72155" y="51795"/>
                  <a:pt x="66276" y="45917"/>
                  <a:pt x="59036" y="45917"/>
                </a:cubicBezTo>
                <a:cubicBezTo>
                  <a:pt x="51795" y="45917"/>
                  <a:pt x="45917" y="51795"/>
                  <a:pt x="45917" y="59036"/>
                </a:cubicBezTo>
                <a:cubicBezTo>
                  <a:pt x="45917" y="66276"/>
                  <a:pt x="51795" y="72155"/>
                  <a:pt x="59036" y="72155"/>
                </a:cubicBezTo>
                <a:cubicBezTo>
                  <a:pt x="66276" y="72155"/>
                  <a:pt x="72155" y="66276"/>
                  <a:pt x="72155" y="59036"/>
                </a:cubicBezTo>
                <a:close/>
                <a:moveTo>
                  <a:pt x="39357" y="118072"/>
                </a:moveTo>
                <a:cubicBezTo>
                  <a:pt x="46598" y="118072"/>
                  <a:pt x="52476" y="112193"/>
                  <a:pt x="52476" y="104953"/>
                </a:cubicBezTo>
                <a:cubicBezTo>
                  <a:pt x="52476" y="97712"/>
                  <a:pt x="46598" y="91834"/>
                  <a:pt x="39357" y="91834"/>
                </a:cubicBezTo>
                <a:cubicBezTo>
                  <a:pt x="32117" y="91834"/>
                  <a:pt x="26238" y="97712"/>
                  <a:pt x="26238" y="104953"/>
                </a:cubicBezTo>
                <a:cubicBezTo>
                  <a:pt x="26238" y="112193"/>
                  <a:pt x="32117" y="118072"/>
                  <a:pt x="39357" y="118072"/>
                </a:cubicBezTo>
                <a:close/>
                <a:moveTo>
                  <a:pt x="183667" y="104953"/>
                </a:moveTo>
                <a:cubicBezTo>
                  <a:pt x="183667" y="97712"/>
                  <a:pt x="177789" y="91834"/>
                  <a:pt x="170548" y="91834"/>
                </a:cubicBezTo>
                <a:cubicBezTo>
                  <a:pt x="163307" y="91834"/>
                  <a:pt x="157429" y="97712"/>
                  <a:pt x="157429" y="104953"/>
                </a:cubicBezTo>
                <a:cubicBezTo>
                  <a:pt x="157429" y="112193"/>
                  <a:pt x="163307" y="118072"/>
                  <a:pt x="170548" y="118072"/>
                </a:cubicBezTo>
                <a:cubicBezTo>
                  <a:pt x="177789" y="118072"/>
                  <a:pt x="183667" y="112193"/>
                  <a:pt x="183667" y="10495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96184" y="1451845"/>
            <a:ext cx="1084511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01452" y="1959116"/>
            <a:ext cx="3384723" cy="664700"/>
          </a:xfrm>
          <a:custGeom>
            <a:avLst/>
            <a:gdLst/>
            <a:ahLst/>
            <a:cxnLst/>
            <a:rect l="l" t="t" r="r" b="b"/>
            <a:pathLst>
              <a:path w="3384723" h="664700">
                <a:moveTo>
                  <a:pt x="104950" y="0"/>
                </a:moveTo>
                <a:lnTo>
                  <a:pt x="3279774" y="0"/>
                </a:lnTo>
                <a:cubicBezTo>
                  <a:pt x="3337736" y="0"/>
                  <a:pt x="3384723" y="46987"/>
                  <a:pt x="3384723" y="104950"/>
                </a:cubicBezTo>
                <a:lnTo>
                  <a:pt x="3384723" y="559751"/>
                </a:lnTo>
                <a:cubicBezTo>
                  <a:pt x="3384723" y="617713"/>
                  <a:pt x="3337736" y="664700"/>
                  <a:pt x="3279774" y="664700"/>
                </a:cubicBezTo>
                <a:lnTo>
                  <a:pt x="104950" y="664700"/>
                </a:lnTo>
                <a:cubicBezTo>
                  <a:pt x="46987" y="664700"/>
                  <a:pt x="0" y="617713"/>
                  <a:pt x="0" y="559751"/>
                </a:cubicBezTo>
                <a:lnTo>
                  <a:pt x="0" y="104950"/>
                </a:lnTo>
                <a:cubicBezTo>
                  <a:pt x="0" y="46987"/>
                  <a:pt x="46987" y="0"/>
                  <a:pt x="104950" y="0"/>
                </a:cubicBezTo>
                <a:close/>
              </a:path>
            </a:pathLst>
          </a:custGeom>
          <a:solidFill>
            <a:srgbClr val="F8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06405" y="2099053"/>
            <a:ext cx="629716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Load Time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441362" y="2064069"/>
            <a:ext cx="332350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&lt;3s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506405" y="2343943"/>
            <a:ext cx="3236040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Maximum page load time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01452" y="2728769"/>
            <a:ext cx="3384723" cy="664700"/>
          </a:xfrm>
          <a:custGeom>
            <a:avLst/>
            <a:gdLst/>
            <a:ahLst/>
            <a:cxnLst/>
            <a:rect l="l" t="t" r="r" b="b"/>
            <a:pathLst>
              <a:path w="3384723" h="664700">
                <a:moveTo>
                  <a:pt x="104950" y="0"/>
                </a:moveTo>
                <a:lnTo>
                  <a:pt x="3279774" y="0"/>
                </a:lnTo>
                <a:cubicBezTo>
                  <a:pt x="3337736" y="0"/>
                  <a:pt x="3384723" y="46987"/>
                  <a:pt x="3384723" y="104950"/>
                </a:cubicBezTo>
                <a:lnTo>
                  <a:pt x="3384723" y="559751"/>
                </a:lnTo>
                <a:cubicBezTo>
                  <a:pt x="3384723" y="617713"/>
                  <a:pt x="3337736" y="664700"/>
                  <a:pt x="3279774" y="664700"/>
                </a:cubicBezTo>
                <a:lnTo>
                  <a:pt x="104950" y="664700"/>
                </a:lnTo>
                <a:cubicBezTo>
                  <a:pt x="46987" y="664700"/>
                  <a:pt x="0" y="617713"/>
                  <a:pt x="0" y="559751"/>
                </a:cubicBezTo>
                <a:lnTo>
                  <a:pt x="0" y="104950"/>
                </a:lnTo>
                <a:cubicBezTo>
                  <a:pt x="0" y="46987"/>
                  <a:pt x="46987" y="0"/>
                  <a:pt x="104950" y="0"/>
                </a:cubicBezTo>
                <a:close/>
              </a:path>
            </a:pathLst>
          </a:custGeom>
          <a:solidFill>
            <a:srgbClr val="F8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06405" y="2868706"/>
            <a:ext cx="1005796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Concurrent Users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427587" y="2833722"/>
            <a:ext cx="341096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10+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506405" y="3113595"/>
            <a:ext cx="3236040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Simultaneous access support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401452" y="3498422"/>
            <a:ext cx="3384723" cy="664700"/>
          </a:xfrm>
          <a:custGeom>
            <a:avLst/>
            <a:gdLst/>
            <a:ahLst/>
            <a:cxnLst/>
            <a:rect l="l" t="t" r="r" b="b"/>
            <a:pathLst>
              <a:path w="3384723" h="664700">
                <a:moveTo>
                  <a:pt x="104950" y="0"/>
                </a:moveTo>
                <a:lnTo>
                  <a:pt x="3279774" y="0"/>
                </a:lnTo>
                <a:cubicBezTo>
                  <a:pt x="3337736" y="0"/>
                  <a:pt x="3384723" y="46987"/>
                  <a:pt x="3384723" y="104950"/>
                </a:cubicBezTo>
                <a:lnTo>
                  <a:pt x="3384723" y="559751"/>
                </a:lnTo>
                <a:cubicBezTo>
                  <a:pt x="3384723" y="617713"/>
                  <a:pt x="3337736" y="664700"/>
                  <a:pt x="3279774" y="664700"/>
                </a:cubicBezTo>
                <a:lnTo>
                  <a:pt x="104950" y="664700"/>
                </a:lnTo>
                <a:cubicBezTo>
                  <a:pt x="46987" y="664700"/>
                  <a:pt x="0" y="617713"/>
                  <a:pt x="0" y="559751"/>
                </a:cubicBezTo>
                <a:lnTo>
                  <a:pt x="0" y="104950"/>
                </a:lnTo>
                <a:cubicBezTo>
                  <a:pt x="0" y="46987"/>
                  <a:pt x="46987" y="0"/>
                  <a:pt x="104950" y="0"/>
                </a:cubicBezTo>
                <a:close/>
              </a:path>
            </a:pathLst>
          </a:custGeom>
          <a:solidFill>
            <a:srgbClr val="F8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06405" y="3638359"/>
            <a:ext cx="454795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Uptime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212106" y="3603374"/>
            <a:ext cx="559747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99.5%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506405" y="3883248"/>
            <a:ext cx="3236040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availability target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103329" y="1136987"/>
            <a:ext cx="3734565" cy="3201056"/>
          </a:xfrm>
          <a:custGeom>
            <a:avLst/>
            <a:gdLst/>
            <a:ahLst/>
            <a:cxnLst/>
            <a:rect l="l" t="t" r="r" b="b"/>
            <a:pathLst>
              <a:path w="3734565" h="3201056">
                <a:moveTo>
                  <a:pt x="34984" y="0"/>
                </a:moveTo>
                <a:lnTo>
                  <a:pt x="3699581" y="0"/>
                </a:lnTo>
                <a:cubicBezTo>
                  <a:pt x="3718902" y="0"/>
                  <a:pt x="3734565" y="15663"/>
                  <a:pt x="3734565" y="34984"/>
                </a:cubicBezTo>
                <a:lnTo>
                  <a:pt x="3734565" y="3061106"/>
                </a:lnTo>
                <a:cubicBezTo>
                  <a:pt x="3734565" y="3138398"/>
                  <a:pt x="3671907" y="3201056"/>
                  <a:pt x="3594615" y="3201056"/>
                </a:cubicBezTo>
                <a:lnTo>
                  <a:pt x="139950" y="3201056"/>
                </a:lnTo>
                <a:cubicBezTo>
                  <a:pt x="62658" y="3201056"/>
                  <a:pt x="0" y="3138398"/>
                  <a:pt x="0" y="3061106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191" dist="8746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103329" y="1136987"/>
            <a:ext cx="3734565" cy="34984"/>
          </a:xfrm>
          <a:custGeom>
            <a:avLst/>
            <a:gdLst/>
            <a:ahLst/>
            <a:cxnLst/>
            <a:rect l="l" t="t" r="r" b="b"/>
            <a:pathLst>
              <a:path w="3734565" h="34984">
                <a:moveTo>
                  <a:pt x="34984" y="0"/>
                </a:moveTo>
                <a:lnTo>
                  <a:pt x="3699581" y="0"/>
                </a:lnTo>
                <a:cubicBezTo>
                  <a:pt x="3718902" y="0"/>
                  <a:pt x="3734565" y="15663"/>
                  <a:pt x="3734565" y="34984"/>
                </a:cubicBezTo>
                <a:lnTo>
                  <a:pt x="3734565" y="34984"/>
                </a:lnTo>
                <a:lnTo>
                  <a:pt x="0" y="34984"/>
                </a:ln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278250" y="1329400"/>
            <a:ext cx="489779" cy="489779"/>
          </a:xfrm>
          <a:custGeom>
            <a:avLst/>
            <a:gdLst/>
            <a:ahLst/>
            <a:cxnLst/>
            <a:rect l="l" t="t" r="r" b="b"/>
            <a:pathLst>
              <a:path w="489779" h="489779">
                <a:moveTo>
                  <a:pt x="104955" y="0"/>
                </a:moveTo>
                <a:lnTo>
                  <a:pt x="384824" y="0"/>
                </a:lnTo>
                <a:cubicBezTo>
                  <a:pt x="442789" y="0"/>
                  <a:pt x="489779" y="46990"/>
                  <a:pt x="489779" y="104955"/>
                </a:cubicBezTo>
                <a:lnTo>
                  <a:pt x="489779" y="384824"/>
                </a:lnTo>
                <a:cubicBezTo>
                  <a:pt x="489779" y="442789"/>
                  <a:pt x="442789" y="489779"/>
                  <a:pt x="384824" y="489779"/>
                </a:cubicBezTo>
                <a:lnTo>
                  <a:pt x="104955" y="489779"/>
                </a:lnTo>
                <a:cubicBezTo>
                  <a:pt x="46990" y="489779"/>
                  <a:pt x="0" y="442789"/>
                  <a:pt x="0" y="384824"/>
                </a:cubicBezTo>
                <a:lnTo>
                  <a:pt x="0" y="104955"/>
                </a:lnTo>
                <a:cubicBezTo>
                  <a:pt x="0" y="46990"/>
                  <a:pt x="46990" y="0"/>
                  <a:pt x="104955" y="0"/>
                </a:cubicBezTo>
                <a:close/>
              </a:path>
            </a:pathLst>
          </a:custGeom>
          <a:gradFill flip="none" rotWithShape="1">
            <a:gsLst>
              <a:gs pos="0">
                <a:srgbClr val="0EA5E9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444425" y="1469337"/>
            <a:ext cx="157429" cy="209905"/>
          </a:xfrm>
          <a:custGeom>
            <a:avLst/>
            <a:gdLst/>
            <a:ahLst/>
            <a:cxnLst/>
            <a:rect l="l" t="t" r="r" b="b"/>
            <a:pathLst>
              <a:path w="157429" h="209905">
                <a:moveTo>
                  <a:pt x="6560" y="26238"/>
                </a:moveTo>
                <a:cubicBezTo>
                  <a:pt x="6560" y="11766"/>
                  <a:pt x="18326" y="0"/>
                  <a:pt x="32798" y="0"/>
                </a:cubicBezTo>
                <a:lnTo>
                  <a:pt x="124631" y="0"/>
                </a:lnTo>
                <a:cubicBezTo>
                  <a:pt x="139103" y="0"/>
                  <a:pt x="150869" y="11766"/>
                  <a:pt x="150869" y="26238"/>
                </a:cubicBezTo>
                <a:lnTo>
                  <a:pt x="150869" y="183667"/>
                </a:lnTo>
                <a:cubicBezTo>
                  <a:pt x="150869" y="198139"/>
                  <a:pt x="139103" y="209905"/>
                  <a:pt x="124631" y="209905"/>
                </a:cubicBezTo>
                <a:lnTo>
                  <a:pt x="32798" y="209905"/>
                </a:lnTo>
                <a:cubicBezTo>
                  <a:pt x="18326" y="209905"/>
                  <a:pt x="6560" y="198139"/>
                  <a:pt x="6560" y="183667"/>
                </a:cubicBezTo>
                <a:lnTo>
                  <a:pt x="6560" y="26238"/>
                </a:lnTo>
                <a:close/>
                <a:moveTo>
                  <a:pt x="32798" y="26238"/>
                </a:moveTo>
                <a:lnTo>
                  <a:pt x="32798" y="150869"/>
                </a:lnTo>
                <a:lnTo>
                  <a:pt x="124631" y="150869"/>
                </a:lnTo>
                <a:lnTo>
                  <a:pt x="124631" y="26238"/>
                </a:lnTo>
                <a:lnTo>
                  <a:pt x="32798" y="26238"/>
                </a:lnTo>
                <a:close/>
                <a:moveTo>
                  <a:pt x="78714" y="193506"/>
                </a:moveTo>
                <a:cubicBezTo>
                  <a:pt x="85971" y="193506"/>
                  <a:pt x="91834" y="187644"/>
                  <a:pt x="91834" y="180387"/>
                </a:cubicBezTo>
                <a:cubicBezTo>
                  <a:pt x="91834" y="173131"/>
                  <a:pt x="85971" y="167268"/>
                  <a:pt x="78714" y="167268"/>
                </a:cubicBezTo>
                <a:cubicBezTo>
                  <a:pt x="71458" y="167268"/>
                  <a:pt x="65595" y="173131"/>
                  <a:pt x="65595" y="180387"/>
                </a:cubicBezTo>
                <a:cubicBezTo>
                  <a:pt x="65595" y="187644"/>
                  <a:pt x="71458" y="193506"/>
                  <a:pt x="78714" y="19350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872982" y="1451845"/>
            <a:ext cx="1338146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Responsiveness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78250" y="1959116"/>
            <a:ext cx="3384723" cy="559747"/>
          </a:xfrm>
          <a:custGeom>
            <a:avLst/>
            <a:gdLst/>
            <a:ahLst/>
            <a:cxnLst/>
            <a:rect l="l" t="t" r="r" b="b"/>
            <a:pathLst>
              <a:path w="3384723" h="559747">
                <a:moveTo>
                  <a:pt x="104953" y="0"/>
                </a:moveTo>
                <a:lnTo>
                  <a:pt x="3279770" y="0"/>
                </a:lnTo>
                <a:cubicBezTo>
                  <a:pt x="3337734" y="0"/>
                  <a:pt x="3384723" y="46989"/>
                  <a:pt x="3384723" y="104953"/>
                </a:cubicBezTo>
                <a:lnTo>
                  <a:pt x="3384723" y="454795"/>
                </a:lnTo>
                <a:cubicBezTo>
                  <a:pt x="3384723" y="512759"/>
                  <a:pt x="3337734" y="559747"/>
                  <a:pt x="3279770" y="559747"/>
                </a:cubicBezTo>
                <a:lnTo>
                  <a:pt x="104953" y="559747"/>
                </a:lnTo>
                <a:cubicBezTo>
                  <a:pt x="47028" y="559747"/>
                  <a:pt x="0" y="512720"/>
                  <a:pt x="0" y="454795"/>
                </a:cubicBezTo>
                <a:lnTo>
                  <a:pt x="0" y="104953"/>
                </a:lnTo>
                <a:cubicBezTo>
                  <a:pt x="0" y="47028"/>
                  <a:pt x="47028" y="0"/>
                  <a:pt x="104953" y="0"/>
                </a:cubicBezTo>
                <a:close/>
              </a:path>
            </a:pathLst>
          </a:custGeom>
          <a:solidFill>
            <a:srgbClr val="F8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405068" y="2151529"/>
            <a:ext cx="174921" cy="174921"/>
          </a:xfrm>
          <a:custGeom>
            <a:avLst/>
            <a:gdLst/>
            <a:ahLst/>
            <a:cxnLst/>
            <a:rect l="l" t="t" r="r" b="b"/>
            <a:pathLst>
              <a:path w="174921" h="174921">
                <a:moveTo>
                  <a:pt x="21865" y="10933"/>
                </a:moveTo>
                <a:cubicBezTo>
                  <a:pt x="9805" y="10933"/>
                  <a:pt x="0" y="20738"/>
                  <a:pt x="0" y="32798"/>
                </a:cubicBezTo>
                <a:lnTo>
                  <a:pt x="0" y="120258"/>
                </a:lnTo>
                <a:cubicBezTo>
                  <a:pt x="0" y="132318"/>
                  <a:pt x="9805" y="142123"/>
                  <a:pt x="21865" y="142123"/>
                </a:cubicBezTo>
                <a:lnTo>
                  <a:pt x="71062" y="142123"/>
                </a:lnTo>
                <a:lnTo>
                  <a:pt x="65595" y="158522"/>
                </a:lnTo>
                <a:lnTo>
                  <a:pt x="40997" y="158522"/>
                </a:lnTo>
                <a:cubicBezTo>
                  <a:pt x="36453" y="158522"/>
                  <a:pt x="32798" y="162178"/>
                  <a:pt x="32798" y="166722"/>
                </a:cubicBezTo>
                <a:cubicBezTo>
                  <a:pt x="32798" y="171266"/>
                  <a:pt x="36453" y="174921"/>
                  <a:pt x="40997" y="174921"/>
                </a:cubicBezTo>
                <a:lnTo>
                  <a:pt x="133924" y="174921"/>
                </a:lnTo>
                <a:cubicBezTo>
                  <a:pt x="138468" y="174921"/>
                  <a:pt x="142123" y="171266"/>
                  <a:pt x="142123" y="166722"/>
                </a:cubicBezTo>
                <a:cubicBezTo>
                  <a:pt x="142123" y="162178"/>
                  <a:pt x="138468" y="158522"/>
                  <a:pt x="133924" y="158522"/>
                </a:cubicBezTo>
                <a:lnTo>
                  <a:pt x="109326" y="158522"/>
                </a:lnTo>
                <a:lnTo>
                  <a:pt x="103859" y="142123"/>
                </a:lnTo>
                <a:lnTo>
                  <a:pt x="153056" y="142123"/>
                </a:lnTo>
                <a:cubicBezTo>
                  <a:pt x="165116" y="142123"/>
                  <a:pt x="174921" y="132318"/>
                  <a:pt x="174921" y="120258"/>
                </a:cubicBezTo>
                <a:lnTo>
                  <a:pt x="174921" y="32798"/>
                </a:lnTo>
                <a:cubicBezTo>
                  <a:pt x="174921" y="20738"/>
                  <a:pt x="165116" y="10933"/>
                  <a:pt x="153056" y="10933"/>
                </a:cubicBezTo>
                <a:lnTo>
                  <a:pt x="21865" y="10933"/>
                </a:lnTo>
                <a:close/>
                <a:moveTo>
                  <a:pt x="32798" y="32798"/>
                </a:moveTo>
                <a:lnTo>
                  <a:pt x="142123" y="32798"/>
                </a:lnTo>
                <a:cubicBezTo>
                  <a:pt x="148170" y="32798"/>
                  <a:pt x="153056" y="37683"/>
                  <a:pt x="153056" y="43730"/>
                </a:cubicBezTo>
                <a:lnTo>
                  <a:pt x="153056" y="98393"/>
                </a:lnTo>
                <a:cubicBezTo>
                  <a:pt x="153056" y="104440"/>
                  <a:pt x="148170" y="109326"/>
                  <a:pt x="142123" y="109326"/>
                </a:cubicBezTo>
                <a:lnTo>
                  <a:pt x="32798" y="109326"/>
                </a:lnTo>
                <a:cubicBezTo>
                  <a:pt x="26751" y="109326"/>
                  <a:pt x="21865" y="104440"/>
                  <a:pt x="21865" y="98393"/>
                </a:cubicBezTo>
                <a:lnTo>
                  <a:pt x="21865" y="43730"/>
                </a:lnTo>
                <a:cubicBezTo>
                  <a:pt x="21865" y="37683"/>
                  <a:pt x="26751" y="32798"/>
                  <a:pt x="32798" y="32798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706807" y="2064069"/>
            <a:ext cx="1032034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Desktop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706807" y="2238990"/>
            <a:ext cx="1032034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feature access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278250" y="2623816"/>
            <a:ext cx="3384723" cy="559747"/>
          </a:xfrm>
          <a:custGeom>
            <a:avLst/>
            <a:gdLst/>
            <a:ahLst/>
            <a:cxnLst/>
            <a:rect l="l" t="t" r="r" b="b"/>
            <a:pathLst>
              <a:path w="3384723" h="559747">
                <a:moveTo>
                  <a:pt x="104953" y="0"/>
                </a:moveTo>
                <a:lnTo>
                  <a:pt x="3279770" y="0"/>
                </a:lnTo>
                <a:cubicBezTo>
                  <a:pt x="3337734" y="0"/>
                  <a:pt x="3384723" y="46989"/>
                  <a:pt x="3384723" y="104953"/>
                </a:cubicBezTo>
                <a:lnTo>
                  <a:pt x="3384723" y="454795"/>
                </a:lnTo>
                <a:cubicBezTo>
                  <a:pt x="3384723" y="512759"/>
                  <a:pt x="3337734" y="559747"/>
                  <a:pt x="3279770" y="559747"/>
                </a:cubicBezTo>
                <a:lnTo>
                  <a:pt x="104953" y="559747"/>
                </a:lnTo>
                <a:cubicBezTo>
                  <a:pt x="47028" y="559747"/>
                  <a:pt x="0" y="512720"/>
                  <a:pt x="0" y="454795"/>
                </a:cubicBezTo>
                <a:lnTo>
                  <a:pt x="0" y="104953"/>
                </a:lnTo>
                <a:cubicBezTo>
                  <a:pt x="0" y="47028"/>
                  <a:pt x="47028" y="0"/>
                  <a:pt x="104953" y="0"/>
                </a:cubicBezTo>
                <a:close/>
              </a:path>
            </a:pathLst>
          </a:custGeom>
          <a:solidFill>
            <a:srgbClr val="F8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8416000" y="2816230"/>
            <a:ext cx="153056" cy="174921"/>
          </a:xfrm>
          <a:custGeom>
            <a:avLst/>
            <a:gdLst/>
            <a:ahLst/>
            <a:cxnLst/>
            <a:rect l="l" t="t" r="r" b="b"/>
            <a:pathLst>
              <a:path w="153056" h="174921">
                <a:moveTo>
                  <a:pt x="0" y="21865"/>
                </a:moveTo>
                <a:cubicBezTo>
                  <a:pt x="0" y="9805"/>
                  <a:pt x="9805" y="0"/>
                  <a:pt x="21865" y="0"/>
                </a:cubicBezTo>
                <a:lnTo>
                  <a:pt x="131191" y="0"/>
                </a:lnTo>
                <a:cubicBezTo>
                  <a:pt x="143251" y="0"/>
                  <a:pt x="153056" y="9805"/>
                  <a:pt x="153056" y="21865"/>
                </a:cubicBezTo>
                <a:lnTo>
                  <a:pt x="153056" y="153056"/>
                </a:lnTo>
                <a:cubicBezTo>
                  <a:pt x="153056" y="165116"/>
                  <a:pt x="143251" y="174921"/>
                  <a:pt x="131191" y="174921"/>
                </a:cubicBezTo>
                <a:lnTo>
                  <a:pt x="21865" y="174921"/>
                </a:lnTo>
                <a:cubicBezTo>
                  <a:pt x="9805" y="174921"/>
                  <a:pt x="0" y="165116"/>
                  <a:pt x="0" y="153056"/>
                </a:cubicBezTo>
                <a:lnTo>
                  <a:pt x="0" y="21865"/>
                </a:lnTo>
                <a:close/>
                <a:moveTo>
                  <a:pt x="87461" y="147590"/>
                </a:moveTo>
                <a:cubicBezTo>
                  <a:pt x="87461" y="141556"/>
                  <a:pt x="82562" y="136657"/>
                  <a:pt x="76528" y="136657"/>
                </a:cubicBezTo>
                <a:cubicBezTo>
                  <a:pt x="70494" y="136657"/>
                  <a:pt x="65595" y="141556"/>
                  <a:pt x="65595" y="147590"/>
                </a:cubicBezTo>
                <a:cubicBezTo>
                  <a:pt x="65595" y="153624"/>
                  <a:pt x="70494" y="158522"/>
                  <a:pt x="76528" y="158522"/>
                </a:cubicBezTo>
                <a:cubicBezTo>
                  <a:pt x="82562" y="158522"/>
                  <a:pt x="87461" y="153624"/>
                  <a:pt x="87461" y="147590"/>
                </a:cubicBezTo>
                <a:close/>
                <a:moveTo>
                  <a:pt x="131191" y="21865"/>
                </a:moveTo>
                <a:lnTo>
                  <a:pt x="21865" y="21865"/>
                </a:lnTo>
                <a:lnTo>
                  <a:pt x="21865" y="120258"/>
                </a:lnTo>
                <a:lnTo>
                  <a:pt x="131191" y="120258"/>
                </a:lnTo>
                <a:lnTo>
                  <a:pt x="131191" y="21865"/>
                </a:ln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706807" y="2728769"/>
            <a:ext cx="1119495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Tablet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706807" y="2903690"/>
            <a:ext cx="1119495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Touch-optimized UI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278250" y="3288516"/>
            <a:ext cx="3384723" cy="559747"/>
          </a:xfrm>
          <a:custGeom>
            <a:avLst/>
            <a:gdLst/>
            <a:ahLst/>
            <a:cxnLst/>
            <a:rect l="l" t="t" r="r" b="b"/>
            <a:pathLst>
              <a:path w="3384723" h="559747">
                <a:moveTo>
                  <a:pt x="104953" y="0"/>
                </a:moveTo>
                <a:lnTo>
                  <a:pt x="3279770" y="0"/>
                </a:lnTo>
                <a:cubicBezTo>
                  <a:pt x="3337734" y="0"/>
                  <a:pt x="3384723" y="46989"/>
                  <a:pt x="3384723" y="104953"/>
                </a:cubicBezTo>
                <a:lnTo>
                  <a:pt x="3384723" y="454795"/>
                </a:lnTo>
                <a:cubicBezTo>
                  <a:pt x="3384723" y="512759"/>
                  <a:pt x="3337734" y="559747"/>
                  <a:pt x="3279770" y="559747"/>
                </a:cubicBezTo>
                <a:lnTo>
                  <a:pt x="104953" y="559747"/>
                </a:lnTo>
                <a:cubicBezTo>
                  <a:pt x="47028" y="559747"/>
                  <a:pt x="0" y="512720"/>
                  <a:pt x="0" y="454795"/>
                </a:cubicBezTo>
                <a:lnTo>
                  <a:pt x="0" y="104953"/>
                </a:lnTo>
                <a:cubicBezTo>
                  <a:pt x="0" y="47028"/>
                  <a:pt x="47028" y="0"/>
                  <a:pt x="104953" y="0"/>
                </a:cubicBezTo>
                <a:close/>
              </a:path>
            </a:pathLst>
          </a:custGeom>
          <a:solidFill>
            <a:srgbClr val="F8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8426933" y="3480930"/>
            <a:ext cx="131191" cy="174921"/>
          </a:xfrm>
          <a:custGeom>
            <a:avLst/>
            <a:gdLst/>
            <a:ahLst/>
            <a:cxnLst/>
            <a:rect l="l" t="t" r="r" b="b"/>
            <a:pathLst>
              <a:path w="131191" h="174921">
                <a:moveTo>
                  <a:pt x="27331" y="0"/>
                </a:moveTo>
                <a:cubicBezTo>
                  <a:pt x="15271" y="0"/>
                  <a:pt x="5466" y="9805"/>
                  <a:pt x="5466" y="21865"/>
                </a:cubicBezTo>
                <a:lnTo>
                  <a:pt x="5466" y="153056"/>
                </a:lnTo>
                <a:cubicBezTo>
                  <a:pt x="5466" y="165116"/>
                  <a:pt x="15271" y="174921"/>
                  <a:pt x="27331" y="174921"/>
                </a:cubicBezTo>
                <a:lnTo>
                  <a:pt x="103859" y="174921"/>
                </a:lnTo>
                <a:cubicBezTo>
                  <a:pt x="115919" y="174921"/>
                  <a:pt x="125725" y="165116"/>
                  <a:pt x="125725" y="153056"/>
                </a:cubicBezTo>
                <a:lnTo>
                  <a:pt x="125725" y="21865"/>
                </a:lnTo>
                <a:cubicBezTo>
                  <a:pt x="125725" y="9805"/>
                  <a:pt x="115919" y="0"/>
                  <a:pt x="103859" y="0"/>
                </a:cubicBezTo>
                <a:lnTo>
                  <a:pt x="27331" y="0"/>
                </a:lnTo>
                <a:close/>
                <a:moveTo>
                  <a:pt x="51930" y="142123"/>
                </a:moveTo>
                <a:lnTo>
                  <a:pt x="79261" y="142123"/>
                </a:lnTo>
                <a:cubicBezTo>
                  <a:pt x="83805" y="142123"/>
                  <a:pt x="87461" y="145779"/>
                  <a:pt x="87461" y="150323"/>
                </a:cubicBezTo>
                <a:cubicBezTo>
                  <a:pt x="87461" y="154867"/>
                  <a:pt x="83805" y="158522"/>
                  <a:pt x="79261" y="158522"/>
                </a:cubicBezTo>
                <a:lnTo>
                  <a:pt x="51930" y="158522"/>
                </a:lnTo>
                <a:cubicBezTo>
                  <a:pt x="47386" y="158522"/>
                  <a:pt x="43730" y="154867"/>
                  <a:pt x="43730" y="150323"/>
                </a:cubicBezTo>
                <a:cubicBezTo>
                  <a:pt x="43730" y="145779"/>
                  <a:pt x="47386" y="142123"/>
                  <a:pt x="51930" y="142123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8706807" y="3393469"/>
            <a:ext cx="1040780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706807" y="3568390"/>
            <a:ext cx="1040780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Responsive design</a:t>
            </a:r>
            <a:endParaRPr lang="en-US" sz="1600" dirty="0"/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39F2E4F4-CA75-E8A7-3CC2-3EF856E7FB98}"/>
              </a:ext>
            </a:extLst>
          </p:cNvPr>
          <p:cNvGrpSpPr/>
          <p:nvPr/>
        </p:nvGrpSpPr>
        <p:grpSpPr>
          <a:xfrm>
            <a:off x="349842" y="4442786"/>
            <a:ext cx="11494502" cy="2378927"/>
            <a:chOff x="349842" y="4477980"/>
            <a:chExt cx="11494502" cy="2378927"/>
          </a:xfrm>
        </p:grpSpPr>
        <p:sp>
          <p:nvSpPr>
            <p:cNvPr id="57" name="Shape 55"/>
            <p:cNvSpPr/>
            <p:nvPr/>
          </p:nvSpPr>
          <p:spPr>
            <a:xfrm>
              <a:off x="349842" y="4495472"/>
              <a:ext cx="3734565" cy="2361435"/>
            </a:xfrm>
            <a:custGeom>
              <a:avLst/>
              <a:gdLst/>
              <a:ahLst/>
              <a:cxnLst/>
              <a:rect l="l" t="t" r="r" b="b"/>
              <a:pathLst>
                <a:path w="3734565" h="2361435">
                  <a:moveTo>
                    <a:pt x="34984" y="0"/>
                  </a:moveTo>
                  <a:lnTo>
                    <a:pt x="3699581" y="0"/>
                  </a:lnTo>
                  <a:cubicBezTo>
                    <a:pt x="3718902" y="0"/>
                    <a:pt x="3734565" y="15663"/>
                    <a:pt x="3734565" y="34984"/>
                  </a:cubicBezTo>
                  <a:lnTo>
                    <a:pt x="3734565" y="2221496"/>
                  </a:lnTo>
                  <a:cubicBezTo>
                    <a:pt x="3734565" y="2298782"/>
                    <a:pt x="3671913" y="2361435"/>
                    <a:pt x="3594627" y="2361435"/>
                  </a:cubicBezTo>
                  <a:lnTo>
                    <a:pt x="139939" y="2361435"/>
                  </a:lnTo>
                  <a:cubicBezTo>
                    <a:pt x="62704" y="2361435"/>
                    <a:pt x="0" y="2298730"/>
                    <a:pt x="0" y="2221496"/>
                  </a:cubicBezTo>
                  <a:lnTo>
                    <a:pt x="0" y="34984"/>
                  </a:lnTo>
                  <a:cubicBezTo>
                    <a:pt x="0" y="15676"/>
                    <a:pt x="15676" y="0"/>
                    <a:pt x="34984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31191" dist="87461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Shape 56"/>
            <p:cNvSpPr/>
            <p:nvPr/>
          </p:nvSpPr>
          <p:spPr>
            <a:xfrm>
              <a:off x="349842" y="4495472"/>
              <a:ext cx="3734565" cy="34984"/>
            </a:xfrm>
            <a:custGeom>
              <a:avLst/>
              <a:gdLst/>
              <a:ahLst/>
              <a:cxnLst/>
              <a:rect l="l" t="t" r="r" b="b"/>
              <a:pathLst>
                <a:path w="3734565" h="34984">
                  <a:moveTo>
                    <a:pt x="34984" y="0"/>
                  </a:moveTo>
                  <a:lnTo>
                    <a:pt x="3699581" y="0"/>
                  </a:lnTo>
                  <a:cubicBezTo>
                    <a:pt x="3718902" y="0"/>
                    <a:pt x="3734565" y="15663"/>
                    <a:pt x="3734565" y="34984"/>
                  </a:cubicBezTo>
                  <a:lnTo>
                    <a:pt x="3734565" y="34984"/>
                  </a:lnTo>
                  <a:lnTo>
                    <a:pt x="0" y="34984"/>
                  </a:lnTo>
                  <a:lnTo>
                    <a:pt x="0" y="34984"/>
                  </a:lnTo>
                  <a:cubicBezTo>
                    <a:pt x="0" y="15676"/>
                    <a:pt x="15676" y="0"/>
                    <a:pt x="34984" y="0"/>
                  </a:cubicBezTo>
                  <a:close/>
                </a:path>
              </a:pathLst>
            </a:custGeom>
            <a:solidFill>
              <a:srgbClr val="EC4899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Shape 57"/>
            <p:cNvSpPr/>
            <p:nvPr/>
          </p:nvSpPr>
          <p:spPr>
            <a:xfrm>
              <a:off x="524763" y="4687885"/>
              <a:ext cx="489779" cy="489779"/>
            </a:xfrm>
            <a:custGeom>
              <a:avLst/>
              <a:gdLst/>
              <a:ahLst/>
              <a:cxnLst/>
              <a:rect l="l" t="t" r="r" b="b"/>
              <a:pathLst>
                <a:path w="489779" h="489779">
                  <a:moveTo>
                    <a:pt x="104955" y="0"/>
                  </a:moveTo>
                  <a:lnTo>
                    <a:pt x="384824" y="0"/>
                  </a:lnTo>
                  <a:cubicBezTo>
                    <a:pt x="442789" y="0"/>
                    <a:pt x="489779" y="46990"/>
                    <a:pt x="489779" y="104955"/>
                  </a:cubicBezTo>
                  <a:lnTo>
                    <a:pt x="489779" y="384824"/>
                  </a:lnTo>
                  <a:cubicBezTo>
                    <a:pt x="489779" y="442789"/>
                    <a:pt x="442789" y="489779"/>
                    <a:pt x="384824" y="489779"/>
                  </a:cubicBezTo>
                  <a:lnTo>
                    <a:pt x="104955" y="489779"/>
                  </a:lnTo>
                  <a:cubicBezTo>
                    <a:pt x="46990" y="489779"/>
                    <a:pt x="0" y="442789"/>
                    <a:pt x="0" y="384824"/>
                  </a:cubicBezTo>
                  <a:lnTo>
                    <a:pt x="0" y="104955"/>
                  </a:lnTo>
                  <a:cubicBezTo>
                    <a:pt x="0" y="46990"/>
                    <a:pt x="46990" y="0"/>
                    <a:pt x="104955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C4899"/>
                </a:gs>
                <a:gs pos="100000">
                  <a:srgbClr val="F59E0B"/>
                </a:gs>
              </a:gsLst>
              <a:lin ang="2700000" scaled="1"/>
            </a:gra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Shape 58"/>
            <p:cNvSpPr/>
            <p:nvPr/>
          </p:nvSpPr>
          <p:spPr>
            <a:xfrm>
              <a:off x="664700" y="4827822"/>
              <a:ext cx="209905" cy="209905"/>
            </a:xfrm>
            <a:custGeom>
              <a:avLst/>
              <a:gdLst/>
              <a:ahLst/>
              <a:cxnLst/>
              <a:rect l="l" t="t" r="r" b="b"/>
              <a:pathLst>
                <a:path w="209905" h="209905">
                  <a:moveTo>
                    <a:pt x="0" y="104953"/>
                  </a:moveTo>
                  <a:cubicBezTo>
                    <a:pt x="0" y="85848"/>
                    <a:pt x="5125" y="67891"/>
                    <a:pt x="14062" y="52107"/>
                  </a:cubicBezTo>
                  <a:lnTo>
                    <a:pt x="59077" y="130494"/>
                  </a:lnTo>
                  <a:cubicBezTo>
                    <a:pt x="68055" y="146565"/>
                    <a:pt x="85233" y="157429"/>
                    <a:pt x="104953" y="157429"/>
                  </a:cubicBezTo>
                  <a:cubicBezTo>
                    <a:pt x="110815" y="157429"/>
                    <a:pt x="116063" y="156486"/>
                    <a:pt x="121679" y="154723"/>
                  </a:cubicBezTo>
                  <a:lnTo>
                    <a:pt x="90399" y="208921"/>
                  </a:lnTo>
                  <a:cubicBezTo>
                    <a:pt x="39316" y="201829"/>
                    <a:pt x="0" y="157962"/>
                    <a:pt x="0" y="104953"/>
                  </a:cubicBezTo>
                  <a:close/>
                  <a:moveTo>
                    <a:pt x="149681" y="131847"/>
                  </a:moveTo>
                  <a:cubicBezTo>
                    <a:pt x="154723" y="123975"/>
                    <a:pt x="157429" y="114423"/>
                    <a:pt x="157429" y="104953"/>
                  </a:cubicBezTo>
                  <a:cubicBezTo>
                    <a:pt x="157429" y="89292"/>
                    <a:pt x="150541" y="75230"/>
                    <a:pt x="139677" y="65595"/>
                  </a:cubicBezTo>
                  <a:lnTo>
                    <a:pt x="202280" y="65595"/>
                  </a:lnTo>
                  <a:cubicBezTo>
                    <a:pt x="207199" y="77731"/>
                    <a:pt x="209905" y="91055"/>
                    <a:pt x="209905" y="104953"/>
                  </a:cubicBezTo>
                  <a:cubicBezTo>
                    <a:pt x="209905" y="162923"/>
                    <a:pt x="162923" y="209536"/>
                    <a:pt x="104953" y="209905"/>
                  </a:cubicBezTo>
                  <a:lnTo>
                    <a:pt x="149681" y="131847"/>
                  </a:lnTo>
                  <a:close/>
                  <a:moveTo>
                    <a:pt x="195884" y="52476"/>
                  </a:moveTo>
                  <a:lnTo>
                    <a:pt x="104953" y="52476"/>
                  </a:lnTo>
                  <a:cubicBezTo>
                    <a:pt x="79165" y="52476"/>
                    <a:pt x="58339" y="70556"/>
                    <a:pt x="53501" y="94580"/>
                  </a:cubicBezTo>
                  <a:lnTo>
                    <a:pt x="22220" y="40382"/>
                  </a:lnTo>
                  <a:cubicBezTo>
                    <a:pt x="41407" y="15784"/>
                    <a:pt x="71335" y="0"/>
                    <a:pt x="104953" y="0"/>
                  </a:cubicBezTo>
                  <a:cubicBezTo>
                    <a:pt x="143818" y="0"/>
                    <a:pt x="177723" y="21114"/>
                    <a:pt x="195884" y="52476"/>
                  </a:cubicBezTo>
                  <a:close/>
                  <a:moveTo>
                    <a:pt x="141030" y="104953"/>
                  </a:moveTo>
                  <a:cubicBezTo>
                    <a:pt x="141030" y="124864"/>
                    <a:pt x="124864" y="141030"/>
                    <a:pt x="104953" y="141030"/>
                  </a:cubicBezTo>
                  <a:cubicBezTo>
                    <a:pt x="85041" y="141030"/>
                    <a:pt x="68875" y="124864"/>
                    <a:pt x="68875" y="104953"/>
                  </a:cubicBezTo>
                  <a:cubicBezTo>
                    <a:pt x="68875" y="85041"/>
                    <a:pt x="85041" y="68875"/>
                    <a:pt x="104953" y="68875"/>
                  </a:cubicBezTo>
                  <a:cubicBezTo>
                    <a:pt x="124864" y="68875"/>
                    <a:pt x="141030" y="85041"/>
                    <a:pt x="141030" y="104953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 59"/>
            <p:cNvSpPr/>
            <p:nvPr/>
          </p:nvSpPr>
          <p:spPr>
            <a:xfrm>
              <a:off x="1119495" y="4810330"/>
              <a:ext cx="1119495" cy="2448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77" b="1" dirty="0">
                  <a:solidFill>
                    <a:srgbClr val="1E293B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Compatibility</a:t>
              </a:r>
              <a:endParaRPr lang="en-US" sz="1600" dirty="0"/>
            </a:p>
          </p:txBody>
        </p:sp>
        <p:sp>
          <p:nvSpPr>
            <p:cNvPr id="62" name="Shape 60"/>
            <p:cNvSpPr/>
            <p:nvPr/>
          </p:nvSpPr>
          <p:spPr>
            <a:xfrm>
              <a:off x="524763" y="5317601"/>
              <a:ext cx="1644258" cy="629716"/>
            </a:xfrm>
            <a:custGeom>
              <a:avLst/>
              <a:gdLst/>
              <a:ahLst/>
              <a:cxnLst/>
              <a:rect l="l" t="t" r="r" b="b"/>
              <a:pathLst>
                <a:path w="1644258" h="629716">
                  <a:moveTo>
                    <a:pt x="104955" y="0"/>
                  </a:moveTo>
                  <a:lnTo>
                    <a:pt x="1539303" y="0"/>
                  </a:lnTo>
                  <a:cubicBezTo>
                    <a:pt x="1597268" y="0"/>
                    <a:pt x="1644258" y="46990"/>
                    <a:pt x="1644258" y="104955"/>
                  </a:cubicBezTo>
                  <a:lnTo>
                    <a:pt x="1644258" y="524761"/>
                  </a:lnTo>
                  <a:cubicBezTo>
                    <a:pt x="1644258" y="582726"/>
                    <a:pt x="1597268" y="629716"/>
                    <a:pt x="1539303" y="629716"/>
                  </a:cubicBezTo>
                  <a:lnTo>
                    <a:pt x="104955" y="629716"/>
                  </a:lnTo>
                  <a:cubicBezTo>
                    <a:pt x="46990" y="629716"/>
                    <a:pt x="0" y="582726"/>
                    <a:pt x="0" y="524761"/>
                  </a:cubicBezTo>
                  <a:lnTo>
                    <a:pt x="0" y="104955"/>
                  </a:lnTo>
                  <a:cubicBezTo>
                    <a:pt x="0" y="46990"/>
                    <a:pt x="46990" y="0"/>
                    <a:pt x="104955" y="0"/>
                  </a:cubicBezTo>
                  <a:close/>
                </a:path>
              </a:pathLst>
            </a:custGeom>
            <a:solidFill>
              <a:srgbClr val="F8F9FC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Shape 61"/>
            <p:cNvSpPr/>
            <p:nvPr/>
          </p:nvSpPr>
          <p:spPr>
            <a:xfrm>
              <a:off x="1240300" y="5422554"/>
              <a:ext cx="209905" cy="209905"/>
            </a:xfrm>
            <a:custGeom>
              <a:avLst/>
              <a:gdLst/>
              <a:ahLst/>
              <a:cxnLst/>
              <a:rect l="l" t="t" r="r" b="b"/>
              <a:pathLst>
                <a:path w="209905" h="209905">
                  <a:moveTo>
                    <a:pt x="0" y="104953"/>
                  </a:moveTo>
                  <a:cubicBezTo>
                    <a:pt x="0" y="85848"/>
                    <a:pt x="5125" y="67891"/>
                    <a:pt x="14062" y="52107"/>
                  </a:cubicBezTo>
                  <a:lnTo>
                    <a:pt x="59077" y="130494"/>
                  </a:lnTo>
                  <a:cubicBezTo>
                    <a:pt x="68055" y="146565"/>
                    <a:pt x="85233" y="157429"/>
                    <a:pt x="104953" y="157429"/>
                  </a:cubicBezTo>
                  <a:cubicBezTo>
                    <a:pt x="110815" y="157429"/>
                    <a:pt x="116063" y="156486"/>
                    <a:pt x="121679" y="154723"/>
                  </a:cubicBezTo>
                  <a:lnTo>
                    <a:pt x="90399" y="208921"/>
                  </a:lnTo>
                  <a:cubicBezTo>
                    <a:pt x="39316" y="201829"/>
                    <a:pt x="0" y="157962"/>
                    <a:pt x="0" y="104953"/>
                  </a:cubicBezTo>
                  <a:close/>
                  <a:moveTo>
                    <a:pt x="149681" y="131847"/>
                  </a:moveTo>
                  <a:cubicBezTo>
                    <a:pt x="154723" y="123975"/>
                    <a:pt x="157429" y="114423"/>
                    <a:pt x="157429" y="104953"/>
                  </a:cubicBezTo>
                  <a:cubicBezTo>
                    <a:pt x="157429" y="89292"/>
                    <a:pt x="150541" y="75230"/>
                    <a:pt x="139677" y="65595"/>
                  </a:cubicBezTo>
                  <a:lnTo>
                    <a:pt x="202280" y="65595"/>
                  </a:lnTo>
                  <a:cubicBezTo>
                    <a:pt x="207199" y="77731"/>
                    <a:pt x="209905" y="91055"/>
                    <a:pt x="209905" y="104953"/>
                  </a:cubicBezTo>
                  <a:cubicBezTo>
                    <a:pt x="209905" y="162923"/>
                    <a:pt x="162923" y="209536"/>
                    <a:pt x="104953" y="209905"/>
                  </a:cubicBezTo>
                  <a:lnTo>
                    <a:pt x="149681" y="131847"/>
                  </a:lnTo>
                  <a:close/>
                  <a:moveTo>
                    <a:pt x="195884" y="52476"/>
                  </a:moveTo>
                  <a:lnTo>
                    <a:pt x="104953" y="52476"/>
                  </a:lnTo>
                  <a:cubicBezTo>
                    <a:pt x="79165" y="52476"/>
                    <a:pt x="58339" y="70556"/>
                    <a:pt x="53501" y="94580"/>
                  </a:cubicBezTo>
                  <a:lnTo>
                    <a:pt x="22220" y="40382"/>
                  </a:lnTo>
                  <a:cubicBezTo>
                    <a:pt x="41407" y="15784"/>
                    <a:pt x="71335" y="0"/>
                    <a:pt x="104953" y="0"/>
                  </a:cubicBezTo>
                  <a:cubicBezTo>
                    <a:pt x="143818" y="0"/>
                    <a:pt x="177723" y="21114"/>
                    <a:pt x="195884" y="52476"/>
                  </a:cubicBezTo>
                  <a:close/>
                  <a:moveTo>
                    <a:pt x="141030" y="104953"/>
                  </a:moveTo>
                  <a:cubicBezTo>
                    <a:pt x="141030" y="124864"/>
                    <a:pt x="124864" y="141030"/>
                    <a:pt x="104953" y="141030"/>
                  </a:cubicBezTo>
                  <a:cubicBezTo>
                    <a:pt x="85041" y="141030"/>
                    <a:pt x="68875" y="124864"/>
                    <a:pt x="68875" y="104953"/>
                  </a:cubicBezTo>
                  <a:cubicBezTo>
                    <a:pt x="68875" y="85041"/>
                    <a:pt x="85041" y="68875"/>
                    <a:pt x="104953" y="68875"/>
                  </a:cubicBezTo>
                  <a:cubicBezTo>
                    <a:pt x="124864" y="68875"/>
                    <a:pt x="141030" y="85041"/>
                    <a:pt x="141030" y="104953"/>
                  </a:cubicBezTo>
                  <a:close/>
                </a:path>
              </a:pathLst>
            </a:custGeom>
            <a:solidFill>
              <a:srgbClr val="EC4899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Text 62"/>
            <p:cNvSpPr/>
            <p:nvPr/>
          </p:nvSpPr>
          <p:spPr>
            <a:xfrm>
              <a:off x="599105" y="5667443"/>
              <a:ext cx="1495575" cy="1749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64" b="1" dirty="0">
                  <a:solidFill>
                    <a:srgbClr val="1E293B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Chrome</a:t>
              </a:r>
              <a:endParaRPr lang="en-US" sz="1600" dirty="0"/>
            </a:p>
          </p:txBody>
        </p:sp>
        <p:sp>
          <p:nvSpPr>
            <p:cNvPr id="65" name="Shape 63"/>
            <p:cNvSpPr/>
            <p:nvPr/>
          </p:nvSpPr>
          <p:spPr>
            <a:xfrm>
              <a:off x="2270694" y="5317601"/>
              <a:ext cx="1644258" cy="629716"/>
            </a:xfrm>
            <a:custGeom>
              <a:avLst/>
              <a:gdLst/>
              <a:ahLst/>
              <a:cxnLst/>
              <a:rect l="l" t="t" r="r" b="b"/>
              <a:pathLst>
                <a:path w="1644258" h="629716">
                  <a:moveTo>
                    <a:pt x="104955" y="0"/>
                  </a:moveTo>
                  <a:lnTo>
                    <a:pt x="1539303" y="0"/>
                  </a:lnTo>
                  <a:cubicBezTo>
                    <a:pt x="1597268" y="0"/>
                    <a:pt x="1644258" y="46990"/>
                    <a:pt x="1644258" y="104955"/>
                  </a:cubicBezTo>
                  <a:lnTo>
                    <a:pt x="1644258" y="524761"/>
                  </a:lnTo>
                  <a:cubicBezTo>
                    <a:pt x="1644258" y="582726"/>
                    <a:pt x="1597268" y="629716"/>
                    <a:pt x="1539303" y="629716"/>
                  </a:cubicBezTo>
                  <a:lnTo>
                    <a:pt x="104955" y="629716"/>
                  </a:lnTo>
                  <a:cubicBezTo>
                    <a:pt x="46990" y="629716"/>
                    <a:pt x="0" y="582726"/>
                    <a:pt x="0" y="524761"/>
                  </a:cubicBezTo>
                  <a:lnTo>
                    <a:pt x="0" y="104955"/>
                  </a:lnTo>
                  <a:cubicBezTo>
                    <a:pt x="0" y="46990"/>
                    <a:pt x="46990" y="0"/>
                    <a:pt x="104955" y="0"/>
                  </a:cubicBezTo>
                  <a:close/>
                </a:path>
              </a:pathLst>
            </a:custGeom>
            <a:solidFill>
              <a:srgbClr val="F8F9FC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Shape 64"/>
            <p:cNvSpPr/>
            <p:nvPr/>
          </p:nvSpPr>
          <p:spPr>
            <a:xfrm>
              <a:off x="2986231" y="5422554"/>
              <a:ext cx="209905" cy="209905"/>
            </a:xfrm>
            <a:custGeom>
              <a:avLst/>
              <a:gdLst/>
              <a:ahLst/>
              <a:cxnLst/>
              <a:rect l="l" t="t" r="r" b="b"/>
              <a:pathLst>
                <a:path w="209905" h="209905">
                  <a:moveTo>
                    <a:pt x="206421" y="99008"/>
                  </a:moveTo>
                  <a:cubicBezTo>
                    <a:pt x="206380" y="98352"/>
                    <a:pt x="206339" y="97737"/>
                    <a:pt x="206339" y="97081"/>
                  </a:cubicBezTo>
                  <a:lnTo>
                    <a:pt x="206339" y="97040"/>
                  </a:lnTo>
                  <a:lnTo>
                    <a:pt x="206175" y="95113"/>
                  </a:lnTo>
                  <a:lnTo>
                    <a:pt x="206175" y="95072"/>
                  </a:lnTo>
                  <a:cubicBezTo>
                    <a:pt x="205642" y="89374"/>
                    <a:pt x="204658" y="83716"/>
                    <a:pt x="203182" y="78182"/>
                  </a:cubicBezTo>
                  <a:cubicBezTo>
                    <a:pt x="203182" y="78141"/>
                    <a:pt x="203182" y="78141"/>
                    <a:pt x="203141" y="78100"/>
                  </a:cubicBezTo>
                  <a:lnTo>
                    <a:pt x="202690" y="76460"/>
                  </a:lnTo>
                  <a:cubicBezTo>
                    <a:pt x="202649" y="76378"/>
                    <a:pt x="202649" y="76255"/>
                    <a:pt x="202608" y="76214"/>
                  </a:cubicBezTo>
                  <a:cubicBezTo>
                    <a:pt x="202444" y="75722"/>
                    <a:pt x="202321" y="75189"/>
                    <a:pt x="202157" y="74697"/>
                  </a:cubicBezTo>
                  <a:cubicBezTo>
                    <a:pt x="202116" y="74615"/>
                    <a:pt x="202116" y="74451"/>
                    <a:pt x="202075" y="74369"/>
                  </a:cubicBezTo>
                  <a:cubicBezTo>
                    <a:pt x="201911" y="73877"/>
                    <a:pt x="201788" y="73385"/>
                    <a:pt x="201624" y="72934"/>
                  </a:cubicBezTo>
                  <a:cubicBezTo>
                    <a:pt x="201583" y="72770"/>
                    <a:pt x="201542" y="72688"/>
                    <a:pt x="201460" y="72524"/>
                  </a:cubicBezTo>
                  <a:cubicBezTo>
                    <a:pt x="201296" y="72032"/>
                    <a:pt x="201173" y="71581"/>
                    <a:pt x="200968" y="71089"/>
                  </a:cubicBezTo>
                  <a:lnTo>
                    <a:pt x="200804" y="70638"/>
                  </a:lnTo>
                  <a:cubicBezTo>
                    <a:pt x="200640" y="70187"/>
                    <a:pt x="200476" y="69695"/>
                    <a:pt x="200312" y="69244"/>
                  </a:cubicBezTo>
                  <a:cubicBezTo>
                    <a:pt x="200271" y="69121"/>
                    <a:pt x="200230" y="68957"/>
                    <a:pt x="200148" y="68834"/>
                  </a:cubicBezTo>
                  <a:cubicBezTo>
                    <a:pt x="199943" y="68383"/>
                    <a:pt x="199820" y="67891"/>
                    <a:pt x="199615" y="67440"/>
                  </a:cubicBezTo>
                  <a:cubicBezTo>
                    <a:pt x="199574" y="67358"/>
                    <a:pt x="199533" y="67194"/>
                    <a:pt x="199451" y="67112"/>
                  </a:cubicBezTo>
                  <a:cubicBezTo>
                    <a:pt x="199246" y="66620"/>
                    <a:pt x="199041" y="66169"/>
                    <a:pt x="198877" y="65677"/>
                  </a:cubicBezTo>
                  <a:cubicBezTo>
                    <a:pt x="198877" y="65636"/>
                    <a:pt x="198836" y="65595"/>
                    <a:pt x="198836" y="65513"/>
                  </a:cubicBezTo>
                  <a:cubicBezTo>
                    <a:pt x="198180" y="63956"/>
                    <a:pt x="197524" y="62357"/>
                    <a:pt x="196786" y="60840"/>
                  </a:cubicBezTo>
                  <a:lnTo>
                    <a:pt x="196622" y="60553"/>
                  </a:lnTo>
                  <a:cubicBezTo>
                    <a:pt x="196417" y="60143"/>
                    <a:pt x="196294" y="59815"/>
                    <a:pt x="196089" y="59487"/>
                  </a:cubicBezTo>
                  <a:cubicBezTo>
                    <a:pt x="196007" y="59282"/>
                    <a:pt x="195884" y="59036"/>
                    <a:pt x="195802" y="58831"/>
                  </a:cubicBezTo>
                  <a:cubicBezTo>
                    <a:pt x="195638" y="58503"/>
                    <a:pt x="195474" y="58175"/>
                    <a:pt x="195310" y="57847"/>
                  </a:cubicBezTo>
                  <a:cubicBezTo>
                    <a:pt x="195146" y="57601"/>
                    <a:pt x="195064" y="57355"/>
                    <a:pt x="194900" y="57109"/>
                  </a:cubicBezTo>
                  <a:cubicBezTo>
                    <a:pt x="194736" y="56863"/>
                    <a:pt x="194572" y="56535"/>
                    <a:pt x="194408" y="56166"/>
                  </a:cubicBezTo>
                  <a:cubicBezTo>
                    <a:pt x="194244" y="55920"/>
                    <a:pt x="194121" y="55633"/>
                    <a:pt x="193957" y="55387"/>
                  </a:cubicBezTo>
                  <a:cubicBezTo>
                    <a:pt x="193793" y="55141"/>
                    <a:pt x="193629" y="54813"/>
                    <a:pt x="193465" y="54485"/>
                  </a:cubicBezTo>
                  <a:cubicBezTo>
                    <a:pt x="193301" y="54198"/>
                    <a:pt x="193137" y="53911"/>
                    <a:pt x="192973" y="53665"/>
                  </a:cubicBezTo>
                  <a:cubicBezTo>
                    <a:pt x="192810" y="53378"/>
                    <a:pt x="192646" y="53132"/>
                    <a:pt x="192482" y="52845"/>
                  </a:cubicBezTo>
                  <a:cubicBezTo>
                    <a:pt x="192318" y="52558"/>
                    <a:pt x="192154" y="52312"/>
                    <a:pt x="191990" y="52025"/>
                  </a:cubicBezTo>
                  <a:cubicBezTo>
                    <a:pt x="191826" y="51738"/>
                    <a:pt x="191662" y="51492"/>
                    <a:pt x="191498" y="51246"/>
                  </a:cubicBezTo>
                  <a:cubicBezTo>
                    <a:pt x="191334" y="51000"/>
                    <a:pt x="191170" y="50672"/>
                    <a:pt x="190965" y="50344"/>
                  </a:cubicBezTo>
                  <a:cubicBezTo>
                    <a:pt x="190801" y="50098"/>
                    <a:pt x="190637" y="49853"/>
                    <a:pt x="190473" y="49607"/>
                  </a:cubicBezTo>
                  <a:lnTo>
                    <a:pt x="189899" y="48746"/>
                  </a:lnTo>
                  <a:cubicBezTo>
                    <a:pt x="189735" y="48500"/>
                    <a:pt x="189571" y="48254"/>
                    <a:pt x="189407" y="48008"/>
                  </a:cubicBezTo>
                  <a:cubicBezTo>
                    <a:pt x="189202" y="47721"/>
                    <a:pt x="188956" y="47352"/>
                    <a:pt x="188751" y="47065"/>
                  </a:cubicBezTo>
                  <a:cubicBezTo>
                    <a:pt x="188587" y="46860"/>
                    <a:pt x="188464" y="46614"/>
                    <a:pt x="188300" y="46409"/>
                  </a:cubicBezTo>
                  <a:lnTo>
                    <a:pt x="187562" y="45384"/>
                  </a:lnTo>
                  <a:cubicBezTo>
                    <a:pt x="187398" y="45179"/>
                    <a:pt x="187316" y="45056"/>
                    <a:pt x="187152" y="44851"/>
                  </a:cubicBezTo>
                  <a:cubicBezTo>
                    <a:pt x="186742" y="44318"/>
                    <a:pt x="186414" y="43826"/>
                    <a:pt x="186004" y="43334"/>
                  </a:cubicBezTo>
                  <a:cubicBezTo>
                    <a:pt x="183052" y="39480"/>
                    <a:pt x="179854" y="35831"/>
                    <a:pt x="176370" y="32429"/>
                  </a:cubicBezTo>
                  <a:cubicBezTo>
                    <a:pt x="174033" y="29969"/>
                    <a:pt x="171532" y="27714"/>
                    <a:pt x="168867" y="25582"/>
                  </a:cubicBezTo>
                  <a:cubicBezTo>
                    <a:pt x="167227" y="24147"/>
                    <a:pt x="165505" y="22835"/>
                    <a:pt x="163743" y="21564"/>
                  </a:cubicBezTo>
                  <a:cubicBezTo>
                    <a:pt x="160586" y="19187"/>
                    <a:pt x="157183" y="17137"/>
                    <a:pt x="153657" y="15374"/>
                  </a:cubicBezTo>
                  <a:cubicBezTo>
                    <a:pt x="152673" y="14841"/>
                    <a:pt x="151689" y="14349"/>
                    <a:pt x="150705" y="13857"/>
                  </a:cubicBezTo>
                  <a:cubicBezTo>
                    <a:pt x="143449" y="10331"/>
                    <a:pt x="135823" y="7625"/>
                    <a:pt x="127993" y="5822"/>
                  </a:cubicBezTo>
                  <a:cubicBezTo>
                    <a:pt x="127214" y="5658"/>
                    <a:pt x="126435" y="5494"/>
                    <a:pt x="125697" y="5330"/>
                  </a:cubicBezTo>
                  <a:lnTo>
                    <a:pt x="125656" y="5330"/>
                  </a:lnTo>
                  <a:cubicBezTo>
                    <a:pt x="125246" y="5289"/>
                    <a:pt x="124918" y="5166"/>
                    <a:pt x="124508" y="5125"/>
                  </a:cubicBezTo>
                  <a:cubicBezTo>
                    <a:pt x="119384" y="4141"/>
                    <a:pt x="114177" y="3608"/>
                    <a:pt x="108929" y="3485"/>
                  </a:cubicBezTo>
                  <a:lnTo>
                    <a:pt x="104584" y="3485"/>
                  </a:lnTo>
                  <a:cubicBezTo>
                    <a:pt x="98311" y="3567"/>
                    <a:pt x="92080" y="4264"/>
                    <a:pt x="85930" y="5535"/>
                  </a:cubicBezTo>
                  <a:cubicBezTo>
                    <a:pt x="72155" y="8445"/>
                    <a:pt x="60020" y="14226"/>
                    <a:pt x="51943" y="21523"/>
                  </a:cubicBezTo>
                  <a:cubicBezTo>
                    <a:pt x="51492" y="21933"/>
                    <a:pt x="51164" y="22220"/>
                    <a:pt x="50959" y="22425"/>
                  </a:cubicBezTo>
                  <a:lnTo>
                    <a:pt x="50754" y="22630"/>
                  </a:lnTo>
                  <a:lnTo>
                    <a:pt x="50795" y="22630"/>
                  </a:lnTo>
                  <a:cubicBezTo>
                    <a:pt x="50795" y="22630"/>
                    <a:pt x="50836" y="22630"/>
                    <a:pt x="50836" y="22630"/>
                  </a:cubicBezTo>
                  <a:cubicBezTo>
                    <a:pt x="50836" y="22630"/>
                    <a:pt x="50836" y="22589"/>
                    <a:pt x="50836" y="22589"/>
                  </a:cubicBezTo>
                  <a:lnTo>
                    <a:pt x="50795" y="22630"/>
                  </a:lnTo>
                  <a:cubicBezTo>
                    <a:pt x="50836" y="22589"/>
                    <a:pt x="50836" y="22589"/>
                    <a:pt x="50877" y="22589"/>
                  </a:cubicBezTo>
                  <a:cubicBezTo>
                    <a:pt x="56863" y="18982"/>
                    <a:pt x="65185" y="16030"/>
                    <a:pt x="71130" y="14554"/>
                  </a:cubicBezTo>
                  <a:lnTo>
                    <a:pt x="73549" y="13980"/>
                  </a:lnTo>
                  <a:cubicBezTo>
                    <a:pt x="73713" y="13939"/>
                    <a:pt x="73877" y="13939"/>
                    <a:pt x="74041" y="13898"/>
                  </a:cubicBezTo>
                  <a:cubicBezTo>
                    <a:pt x="74738" y="13734"/>
                    <a:pt x="75435" y="13611"/>
                    <a:pt x="76173" y="13447"/>
                  </a:cubicBezTo>
                  <a:cubicBezTo>
                    <a:pt x="76255" y="13447"/>
                    <a:pt x="76419" y="13406"/>
                    <a:pt x="76501" y="13406"/>
                  </a:cubicBezTo>
                  <a:cubicBezTo>
                    <a:pt x="102821" y="8609"/>
                    <a:pt x="130863" y="16481"/>
                    <a:pt x="150377" y="35135"/>
                  </a:cubicBezTo>
                  <a:cubicBezTo>
                    <a:pt x="154600" y="39152"/>
                    <a:pt x="158290" y="43662"/>
                    <a:pt x="161406" y="48582"/>
                  </a:cubicBezTo>
                  <a:cubicBezTo>
                    <a:pt x="173869" y="68752"/>
                    <a:pt x="172680" y="94129"/>
                    <a:pt x="162964" y="109093"/>
                  </a:cubicBezTo>
                  <a:cubicBezTo>
                    <a:pt x="148861" y="130822"/>
                    <a:pt x="117293" y="138324"/>
                    <a:pt x="97778" y="119261"/>
                  </a:cubicBezTo>
                  <a:cubicBezTo>
                    <a:pt x="91219" y="112906"/>
                    <a:pt x="87447" y="104215"/>
                    <a:pt x="87283" y="95072"/>
                  </a:cubicBezTo>
                  <a:cubicBezTo>
                    <a:pt x="87201" y="90686"/>
                    <a:pt x="88103" y="86381"/>
                    <a:pt x="89825" y="82363"/>
                  </a:cubicBezTo>
                  <a:cubicBezTo>
                    <a:pt x="90522" y="80805"/>
                    <a:pt x="95195" y="71827"/>
                    <a:pt x="97286" y="72278"/>
                  </a:cubicBezTo>
                  <a:cubicBezTo>
                    <a:pt x="91916" y="71130"/>
                    <a:pt x="81912" y="73344"/>
                    <a:pt x="74861" y="83839"/>
                  </a:cubicBezTo>
                  <a:cubicBezTo>
                    <a:pt x="68547" y="93227"/>
                    <a:pt x="68916" y="107699"/>
                    <a:pt x="72811" y="117990"/>
                  </a:cubicBezTo>
                  <a:cubicBezTo>
                    <a:pt x="70351" y="112906"/>
                    <a:pt x="68670" y="107494"/>
                    <a:pt x="67850" y="101919"/>
                  </a:cubicBezTo>
                  <a:cubicBezTo>
                    <a:pt x="62849" y="68055"/>
                    <a:pt x="85602" y="39193"/>
                    <a:pt x="106511" y="32019"/>
                  </a:cubicBezTo>
                  <a:cubicBezTo>
                    <a:pt x="95236" y="22179"/>
                    <a:pt x="66948" y="22876"/>
                    <a:pt x="45958" y="38332"/>
                  </a:cubicBezTo>
                  <a:cubicBezTo>
                    <a:pt x="33700" y="47352"/>
                    <a:pt x="24967" y="60143"/>
                    <a:pt x="20335" y="75394"/>
                  </a:cubicBezTo>
                  <a:cubicBezTo>
                    <a:pt x="21032" y="66825"/>
                    <a:pt x="24270" y="54034"/>
                    <a:pt x="30912" y="40997"/>
                  </a:cubicBezTo>
                  <a:cubicBezTo>
                    <a:pt x="23860" y="44646"/>
                    <a:pt x="14923" y="56166"/>
                    <a:pt x="10495" y="66784"/>
                  </a:cubicBezTo>
                  <a:cubicBezTo>
                    <a:pt x="4100" y="82117"/>
                    <a:pt x="1886" y="100484"/>
                    <a:pt x="3895" y="117949"/>
                  </a:cubicBezTo>
                  <a:cubicBezTo>
                    <a:pt x="4059" y="119261"/>
                    <a:pt x="4182" y="120573"/>
                    <a:pt x="4346" y="121884"/>
                  </a:cubicBezTo>
                  <a:cubicBezTo>
                    <a:pt x="12504" y="169892"/>
                    <a:pt x="54362" y="206503"/>
                    <a:pt x="104707" y="206503"/>
                  </a:cubicBezTo>
                  <a:cubicBezTo>
                    <a:pt x="160914" y="206503"/>
                    <a:pt x="206503" y="160914"/>
                    <a:pt x="206503" y="104666"/>
                  </a:cubicBezTo>
                  <a:cubicBezTo>
                    <a:pt x="206462" y="102821"/>
                    <a:pt x="206421" y="100935"/>
                    <a:pt x="206298" y="99131"/>
                  </a:cubicBezTo>
                  <a:close/>
                </a:path>
              </a:pathLst>
            </a:custGeom>
            <a:solidFill>
              <a:srgbClr val="EC4899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Text 65"/>
            <p:cNvSpPr/>
            <p:nvPr/>
          </p:nvSpPr>
          <p:spPr>
            <a:xfrm>
              <a:off x="2345036" y="5667443"/>
              <a:ext cx="1495575" cy="1749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64" b="1" dirty="0">
                  <a:solidFill>
                    <a:srgbClr val="1E293B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Firefox</a:t>
              </a:r>
              <a:endParaRPr lang="en-US" sz="1600" dirty="0"/>
            </a:p>
          </p:txBody>
        </p:sp>
        <p:sp>
          <p:nvSpPr>
            <p:cNvPr id="68" name="Shape 66"/>
            <p:cNvSpPr/>
            <p:nvPr/>
          </p:nvSpPr>
          <p:spPr>
            <a:xfrm>
              <a:off x="524763" y="6052270"/>
              <a:ext cx="1644258" cy="629716"/>
            </a:xfrm>
            <a:custGeom>
              <a:avLst/>
              <a:gdLst/>
              <a:ahLst/>
              <a:cxnLst/>
              <a:rect l="l" t="t" r="r" b="b"/>
              <a:pathLst>
                <a:path w="1644258" h="629716">
                  <a:moveTo>
                    <a:pt x="104955" y="0"/>
                  </a:moveTo>
                  <a:lnTo>
                    <a:pt x="1539303" y="0"/>
                  </a:lnTo>
                  <a:cubicBezTo>
                    <a:pt x="1597268" y="0"/>
                    <a:pt x="1644258" y="46990"/>
                    <a:pt x="1644258" y="104955"/>
                  </a:cubicBezTo>
                  <a:lnTo>
                    <a:pt x="1644258" y="524761"/>
                  </a:lnTo>
                  <a:cubicBezTo>
                    <a:pt x="1644258" y="582726"/>
                    <a:pt x="1597268" y="629716"/>
                    <a:pt x="1539303" y="629716"/>
                  </a:cubicBezTo>
                  <a:lnTo>
                    <a:pt x="104955" y="629716"/>
                  </a:lnTo>
                  <a:cubicBezTo>
                    <a:pt x="46990" y="629716"/>
                    <a:pt x="0" y="582726"/>
                    <a:pt x="0" y="524761"/>
                  </a:cubicBezTo>
                  <a:lnTo>
                    <a:pt x="0" y="104955"/>
                  </a:lnTo>
                  <a:cubicBezTo>
                    <a:pt x="0" y="46990"/>
                    <a:pt x="46990" y="0"/>
                    <a:pt x="104955" y="0"/>
                  </a:cubicBezTo>
                  <a:close/>
                </a:path>
              </a:pathLst>
            </a:custGeom>
            <a:solidFill>
              <a:srgbClr val="F8F9FC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Shape 67"/>
            <p:cNvSpPr/>
            <p:nvPr/>
          </p:nvSpPr>
          <p:spPr>
            <a:xfrm>
              <a:off x="1240300" y="6157222"/>
              <a:ext cx="209905" cy="209905"/>
            </a:xfrm>
            <a:custGeom>
              <a:avLst/>
              <a:gdLst/>
              <a:ahLst/>
              <a:cxnLst/>
              <a:rect l="l" t="t" r="r" b="b"/>
              <a:pathLst>
                <a:path w="209905" h="209905">
                  <a:moveTo>
                    <a:pt x="112619" y="112619"/>
                  </a:moveTo>
                  <a:lnTo>
                    <a:pt x="97286" y="97286"/>
                  </a:lnTo>
                  <a:lnTo>
                    <a:pt x="68055" y="141850"/>
                  </a:lnTo>
                  <a:lnTo>
                    <a:pt x="112619" y="112619"/>
                  </a:lnTo>
                  <a:close/>
                  <a:moveTo>
                    <a:pt x="104953" y="3280"/>
                  </a:moveTo>
                  <a:cubicBezTo>
                    <a:pt x="48838" y="3280"/>
                    <a:pt x="3280" y="48838"/>
                    <a:pt x="3280" y="104953"/>
                  </a:cubicBezTo>
                  <a:cubicBezTo>
                    <a:pt x="3280" y="161067"/>
                    <a:pt x="48838" y="206626"/>
                    <a:pt x="104953" y="206626"/>
                  </a:cubicBezTo>
                  <a:cubicBezTo>
                    <a:pt x="161067" y="206626"/>
                    <a:pt x="206626" y="161067"/>
                    <a:pt x="206626" y="104953"/>
                  </a:cubicBezTo>
                  <a:cubicBezTo>
                    <a:pt x="206626" y="48838"/>
                    <a:pt x="161067" y="3280"/>
                    <a:pt x="104953" y="3280"/>
                  </a:cubicBezTo>
                  <a:close/>
                  <a:moveTo>
                    <a:pt x="168826" y="74943"/>
                  </a:moveTo>
                  <a:lnTo>
                    <a:pt x="174894" y="72442"/>
                  </a:lnTo>
                  <a:cubicBezTo>
                    <a:pt x="175304" y="72278"/>
                    <a:pt x="175714" y="72196"/>
                    <a:pt x="176165" y="72196"/>
                  </a:cubicBezTo>
                  <a:cubicBezTo>
                    <a:pt x="176616" y="72196"/>
                    <a:pt x="177026" y="72278"/>
                    <a:pt x="177436" y="72442"/>
                  </a:cubicBezTo>
                  <a:cubicBezTo>
                    <a:pt x="177846" y="72606"/>
                    <a:pt x="178174" y="72852"/>
                    <a:pt x="178502" y="73139"/>
                  </a:cubicBezTo>
                  <a:cubicBezTo>
                    <a:pt x="178829" y="73426"/>
                    <a:pt x="179034" y="73795"/>
                    <a:pt x="179198" y="74205"/>
                  </a:cubicBezTo>
                  <a:cubicBezTo>
                    <a:pt x="179362" y="74615"/>
                    <a:pt x="179444" y="75025"/>
                    <a:pt x="179444" y="75476"/>
                  </a:cubicBezTo>
                  <a:cubicBezTo>
                    <a:pt x="179444" y="75927"/>
                    <a:pt x="179362" y="76337"/>
                    <a:pt x="179198" y="76747"/>
                  </a:cubicBezTo>
                  <a:cubicBezTo>
                    <a:pt x="179034" y="77157"/>
                    <a:pt x="178788" y="77526"/>
                    <a:pt x="178502" y="77813"/>
                  </a:cubicBezTo>
                  <a:cubicBezTo>
                    <a:pt x="178215" y="78100"/>
                    <a:pt x="177846" y="78346"/>
                    <a:pt x="177436" y="78510"/>
                  </a:cubicBezTo>
                  <a:lnTo>
                    <a:pt x="171368" y="81010"/>
                  </a:lnTo>
                  <a:cubicBezTo>
                    <a:pt x="170548" y="81338"/>
                    <a:pt x="169646" y="81338"/>
                    <a:pt x="168867" y="81010"/>
                  </a:cubicBezTo>
                  <a:cubicBezTo>
                    <a:pt x="168088" y="80682"/>
                    <a:pt x="167432" y="80026"/>
                    <a:pt x="167104" y="79247"/>
                  </a:cubicBezTo>
                  <a:cubicBezTo>
                    <a:pt x="166776" y="78469"/>
                    <a:pt x="166776" y="77526"/>
                    <a:pt x="167104" y="76747"/>
                  </a:cubicBezTo>
                  <a:cubicBezTo>
                    <a:pt x="167432" y="75968"/>
                    <a:pt x="168088" y="75312"/>
                    <a:pt x="168867" y="74984"/>
                  </a:cubicBezTo>
                  <a:close/>
                  <a:moveTo>
                    <a:pt x="128895" y="38537"/>
                  </a:moveTo>
                  <a:lnTo>
                    <a:pt x="131396" y="32470"/>
                  </a:lnTo>
                  <a:cubicBezTo>
                    <a:pt x="131724" y="31650"/>
                    <a:pt x="132380" y="31035"/>
                    <a:pt x="133159" y="30707"/>
                  </a:cubicBezTo>
                  <a:cubicBezTo>
                    <a:pt x="133938" y="30379"/>
                    <a:pt x="134881" y="30379"/>
                    <a:pt x="135660" y="30707"/>
                  </a:cubicBezTo>
                  <a:cubicBezTo>
                    <a:pt x="136438" y="31035"/>
                    <a:pt x="137094" y="31691"/>
                    <a:pt x="137422" y="32470"/>
                  </a:cubicBezTo>
                  <a:cubicBezTo>
                    <a:pt x="137750" y="33249"/>
                    <a:pt x="137750" y="34192"/>
                    <a:pt x="137422" y="34971"/>
                  </a:cubicBezTo>
                  <a:lnTo>
                    <a:pt x="134922" y="41038"/>
                  </a:lnTo>
                  <a:cubicBezTo>
                    <a:pt x="134594" y="41858"/>
                    <a:pt x="133938" y="42473"/>
                    <a:pt x="133159" y="42801"/>
                  </a:cubicBezTo>
                  <a:cubicBezTo>
                    <a:pt x="132380" y="43129"/>
                    <a:pt x="131437" y="43129"/>
                    <a:pt x="130658" y="42801"/>
                  </a:cubicBezTo>
                  <a:cubicBezTo>
                    <a:pt x="130248" y="42637"/>
                    <a:pt x="129879" y="42391"/>
                    <a:pt x="129592" y="42104"/>
                  </a:cubicBezTo>
                  <a:cubicBezTo>
                    <a:pt x="129305" y="41817"/>
                    <a:pt x="129059" y="41448"/>
                    <a:pt x="128895" y="41038"/>
                  </a:cubicBezTo>
                  <a:cubicBezTo>
                    <a:pt x="128731" y="40628"/>
                    <a:pt x="128649" y="40218"/>
                    <a:pt x="128649" y="39767"/>
                  </a:cubicBezTo>
                  <a:cubicBezTo>
                    <a:pt x="128649" y="39316"/>
                    <a:pt x="128731" y="38906"/>
                    <a:pt x="128895" y="38496"/>
                  </a:cubicBezTo>
                  <a:close/>
                  <a:moveTo>
                    <a:pt x="104953" y="24598"/>
                  </a:moveTo>
                  <a:cubicBezTo>
                    <a:pt x="105814" y="24598"/>
                    <a:pt x="106675" y="24926"/>
                    <a:pt x="107289" y="25541"/>
                  </a:cubicBezTo>
                  <a:cubicBezTo>
                    <a:pt x="107904" y="26156"/>
                    <a:pt x="108232" y="27017"/>
                    <a:pt x="108232" y="27878"/>
                  </a:cubicBezTo>
                  <a:lnTo>
                    <a:pt x="108232" y="34438"/>
                  </a:lnTo>
                  <a:cubicBezTo>
                    <a:pt x="108232" y="35299"/>
                    <a:pt x="107904" y="36159"/>
                    <a:pt x="107289" y="36774"/>
                  </a:cubicBezTo>
                  <a:cubicBezTo>
                    <a:pt x="106675" y="37389"/>
                    <a:pt x="105855" y="37717"/>
                    <a:pt x="104953" y="37717"/>
                  </a:cubicBezTo>
                  <a:cubicBezTo>
                    <a:pt x="104051" y="37717"/>
                    <a:pt x="103231" y="37389"/>
                    <a:pt x="102616" y="36774"/>
                  </a:cubicBezTo>
                  <a:cubicBezTo>
                    <a:pt x="102001" y="36159"/>
                    <a:pt x="101673" y="35340"/>
                    <a:pt x="101673" y="34438"/>
                  </a:cubicBezTo>
                  <a:lnTo>
                    <a:pt x="101673" y="27878"/>
                  </a:lnTo>
                  <a:cubicBezTo>
                    <a:pt x="101673" y="27017"/>
                    <a:pt x="102001" y="26156"/>
                    <a:pt x="102616" y="25541"/>
                  </a:cubicBezTo>
                  <a:cubicBezTo>
                    <a:pt x="103231" y="24926"/>
                    <a:pt x="104092" y="24598"/>
                    <a:pt x="104953" y="24598"/>
                  </a:cubicBezTo>
                  <a:close/>
                  <a:moveTo>
                    <a:pt x="74205" y="30707"/>
                  </a:moveTo>
                  <a:cubicBezTo>
                    <a:pt x="74615" y="30543"/>
                    <a:pt x="75025" y="30461"/>
                    <a:pt x="75476" y="30461"/>
                  </a:cubicBezTo>
                  <a:cubicBezTo>
                    <a:pt x="75927" y="30461"/>
                    <a:pt x="76337" y="30543"/>
                    <a:pt x="76747" y="30707"/>
                  </a:cubicBezTo>
                  <a:cubicBezTo>
                    <a:pt x="77157" y="30871"/>
                    <a:pt x="77526" y="31117"/>
                    <a:pt x="77813" y="31404"/>
                  </a:cubicBezTo>
                  <a:cubicBezTo>
                    <a:pt x="78100" y="31691"/>
                    <a:pt x="78346" y="32060"/>
                    <a:pt x="78510" y="32470"/>
                  </a:cubicBezTo>
                  <a:lnTo>
                    <a:pt x="81010" y="38537"/>
                  </a:lnTo>
                  <a:cubicBezTo>
                    <a:pt x="81174" y="38947"/>
                    <a:pt x="81297" y="39357"/>
                    <a:pt x="81297" y="39808"/>
                  </a:cubicBezTo>
                  <a:cubicBezTo>
                    <a:pt x="81297" y="40259"/>
                    <a:pt x="81215" y="40669"/>
                    <a:pt x="81051" y="41079"/>
                  </a:cubicBezTo>
                  <a:cubicBezTo>
                    <a:pt x="80887" y="41489"/>
                    <a:pt x="80641" y="41858"/>
                    <a:pt x="80354" y="42145"/>
                  </a:cubicBezTo>
                  <a:cubicBezTo>
                    <a:pt x="80067" y="42432"/>
                    <a:pt x="79698" y="42719"/>
                    <a:pt x="79288" y="42883"/>
                  </a:cubicBezTo>
                  <a:cubicBezTo>
                    <a:pt x="78878" y="43047"/>
                    <a:pt x="78469" y="43129"/>
                    <a:pt x="78018" y="43129"/>
                  </a:cubicBezTo>
                  <a:cubicBezTo>
                    <a:pt x="77567" y="43129"/>
                    <a:pt x="77157" y="43047"/>
                    <a:pt x="76747" y="42883"/>
                  </a:cubicBezTo>
                  <a:cubicBezTo>
                    <a:pt x="76337" y="42719"/>
                    <a:pt x="75968" y="42473"/>
                    <a:pt x="75681" y="42145"/>
                  </a:cubicBezTo>
                  <a:cubicBezTo>
                    <a:pt x="75394" y="41817"/>
                    <a:pt x="75148" y="41448"/>
                    <a:pt x="74984" y="41038"/>
                  </a:cubicBezTo>
                  <a:lnTo>
                    <a:pt x="72483" y="34971"/>
                  </a:lnTo>
                  <a:cubicBezTo>
                    <a:pt x="72155" y="34151"/>
                    <a:pt x="72155" y="33249"/>
                    <a:pt x="72483" y="32470"/>
                  </a:cubicBezTo>
                  <a:cubicBezTo>
                    <a:pt x="72811" y="31691"/>
                    <a:pt x="73467" y="31035"/>
                    <a:pt x="74246" y="30707"/>
                  </a:cubicBezTo>
                  <a:close/>
                  <a:moveTo>
                    <a:pt x="48131" y="48131"/>
                  </a:moveTo>
                  <a:cubicBezTo>
                    <a:pt x="48746" y="47516"/>
                    <a:pt x="49566" y="47188"/>
                    <a:pt x="50467" y="47188"/>
                  </a:cubicBezTo>
                  <a:cubicBezTo>
                    <a:pt x="51369" y="47188"/>
                    <a:pt x="52189" y="47516"/>
                    <a:pt x="52804" y="48131"/>
                  </a:cubicBezTo>
                  <a:lnTo>
                    <a:pt x="57396" y="52763"/>
                  </a:lnTo>
                  <a:cubicBezTo>
                    <a:pt x="58011" y="53378"/>
                    <a:pt x="58339" y="54198"/>
                    <a:pt x="58339" y="55059"/>
                  </a:cubicBezTo>
                  <a:cubicBezTo>
                    <a:pt x="58339" y="55920"/>
                    <a:pt x="58011" y="56740"/>
                    <a:pt x="57396" y="57355"/>
                  </a:cubicBezTo>
                  <a:cubicBezTo>
                    <a:pt x="56781" y="57970"/>
                    <a:pt x="55961" y="58298"/>
                    <a:pt x="55059" y="58298"/>
                  </a:cubicBezTo>
                  <a:cubicBezTo>
                    <a:pt x="54157" y="58298"/>
                    <a:pt x="53337" y="57970"/>
                    <a:pt x="52722" y="57355"/>
                  </a:cubicBezTo>
                  <a:lnTo>
                    <a:pt x="48090" y="52722"/>
                  </a:lnTo>
                  <a:cubicBezTo>
                    <a:pt x="47475" y="52107"/>
                    <a:pt x="47147" y="51287"/>
                    <a:pt x="47147" y="50426"/>
                  </a:cubicBezTo>
                  <a:cubicBezTo>
                    <a:pt x="47147" y="49566"/>
                    <a:pt x="47475" y="48746"/>
                    <a:pt x="48090" y="48131"/>
                  </a:cubicBezTo>
                  <a:lnTo>
                    <a:pt x="48090" y="48131"/>
                  </a:lnTo>
                  <a:close/>
                  <a:moveTo>
                    <a:pt x="24598" y="104953"/>
                  </a:moveTo>
                  <a:cubicBezTo>
                    <a:pt x="24598" y="104092"/>
                    <a:pt x="24926" y="103231"/>
                    <a:pt x="25541" y="102616"/>
                  </a:cubicBezTo>
                  <a:cubicBezTo>
                    <a:pt x="26156" y="102001"/>
                    <a:pt x="27017" y="101673"/>
                    <a:pt x="27878" y="101673"/>
                  </a:cubicBezTo>
                  <a:lnTo>
                    <a:pt x="34438" y="101673"/>
                  </a:lnTo>
                  <a:cubicBezTo>
                    <a:pt x="35299" y="101673"/>
                    <a:pt x="36159" y="102001"/>
                    <a:pt x="36774" y="102616"/>
                  </a:cubicBezTo>
                  <a:cubicBezTo>
                    <a:pt x="37389" y="103231"/>
                    <a:pt x="37717" y="104051"/>
                    <a:pt x="37717" y="104953"/>
                  </a:cubicBezTo>
                  <a:cubicBezTo>
                    <a:pt x="37717" y="105855"/>
                    <a:pt x="37389" y="106675"/>
                    <a:pt x="36774" y="107289"/>
                  </a:cubicBezTo>
                  <a:cubicBezTo>
                    <a:pt x="36159" y="107904"/>
                    <a:pt x="35340" y="108232"/>
                    <a:pt x="34438" y="108232"/>
                  </a:cubicBezTo>
                  <a:lnTo>
                    <a:pt x="27878" y="108232"/>
                  </a:lnTo>
                  <a:cubicBezTo>
                    <a:pt x="27017" y="108232"/>
                    <a:pt x="26156" y="107904"/>
                    <a:pt x="25541" y="107289"/>
                  </a:cubicBezTo>
                  <a:cubicBezTo>
                    <a:pt x="24926" y="106675"/>
                    <a:pt x="24598" y="105814"/>
                    <a:pt x="24598" y="104953"/>
                  </a:cubicBezTo>
                  <a:close/>
                  <a:moveTo>
                    <a:pt x="41079" y="134963"/>
                  </a:moveTo>
                  <a:lnTo>
                    <a:pt x="35012" y="137463"/>
                  </a:lnTo>
                  <a:cubicBezTo>
                    <a:pt x="34602" y="137627"/>
                    <a:pt x="34192" y="137709"/>
                    <a:pt x="33741" y="137709"/>
                  </a:cubicBezTo>
                  <a:cubicBezTo>
                    <a:pt x="33290" y="137709"/>
                    <a:pt x="32880" y="137627"/>
                    <a:pt x="32470" y="137463"/>
                  </a:cubicBezTo>
                  <a:cubicBezTo>
                    <a:pt x="32060" y="137299"/>
                    <a:pt x="31691" y="137053"/>
                    <a:pt x="31404" y="136766"/>
                  </a:cubicBezTo>
                  <a:cubicBezTo>
                    <a:pt x="31117" y="136479"/>
                    <a:pt x="30871" y="136110"/>
                    <a:pt x="30707" y="135701"/>
                  </a:cubicBezTo>
                  <a:cubicBezTo>
                    <a:pt x="30543" y="135291"/>
                    <a:pt x="30461" y="134881"/>
                    <a:pt x="30461" y="134430"/>
                  </a:cubicBezTo>
                  <a:cubicBezTo>
                    <a:pt x="30461" y="133979"/>
                    <a:pt x="30543" y="133569"/>
                    <a:pt x="30707" y="133159"/>
                  </a:cubicBezTo>
                  <a:cubicBezTo>
                    <a:pt x="30871" y="132749"/>
                    <a:pt x="31117" y="132380"/>
                    <a:pt x="31404" y="132093"/>
                  </a:cubicBezTo>
                  <a:cubicBezTo>
                    <a:pt x="31691" y="131806"/>
                    <a:pt x="32060" y="131560"/>
                    <a:pt x="32470" y="131396"/>
                  </a:cubicBezTo>
                  <a:lnTo>
                    <a:pt x="38537" y="128895"/>
                  </a:lnTo>
                  <a:cubicBezTo>
                    <a:pt x="39357" y="128567"/>
                    <a:pt x="40259" y="128567"/>
                    <a:pt x="41038" y="128895"/>
                  </a:cubicBezTo>
                  <a:cubicBezTo>
                    <a:pt x="41817" y="129223"/>
                    <a:pt x="42473" y="129879"/>
                    <a:pt x="42801" y="130658"/>
                  </a:cubicBezTo>
                  <a:cubicBezTo>
                    <a:pt x="43129" y="131437"/>
                    <a:pt x="43129" y="132380"/>
                    <a:pt x="42801" y="133159"/>
                  </a:cubicBezTo>
                  <a:cubicBezTo>
                    <a:pt x="42473" y="133938"/>
                    <a:pt x="41817" y="134594"/>
                    <a:pt x="41038" y="134922"/>
                  </a:cubicBezTo>
                  <a:close/>
                  <a:moveTo>
                    <a:pt x="42842" y="79206"/>
                  </a:moveTo>
                  <a:cubicBezTo>
                    <a:pt x="42678" y="79616"/>
                    <a:pt x="42432" y="79985"/>
                    <a:pt x="42145" y="80272"/>
                  </a:cubicBezTo>
                  <a:cubicBezTo>
                    <a:pt x="41858" y="80559"/>
                    <a:pt x="41489" y="80805"/>
                    <a:pt x="41079" y="80969"/>
                  </a:cubicBezTo>
                  <a:cubicBezTo>
                    <a:pt x="40669" y="81133"/>
                    <a:pt x="40259" y="81215"/>
                    <a:pt x="39808" y="81215"/>
                  </a:cubicBezTo>
                  <a:cubicBezTo>
                    <a:pt x="39357" y="81215"/>
                    <a:pt x="38947" y="81133"/>
                    <a:pt x="38537" y="80969"/>
                  </a:cubicBezTo>
                  <a:lnTo>
                    <a:pt x="32470" y="78469"/>
                  </a:lnTo>
                  <a:cubicBezTo>
                    <a:pt x="31650" y="78141"/>
                    <a:pt x="31035" y="77485"/>
                    <a:pt x="30707" y="76706"/>
                  </a:cubicBezTo>
                  <a:cubicBezTo>
                    <a:pt x="30379" y="75927"/>
                    <a:pt x="30379" y="74984"/>
                    <a:pt x="30707" y="74205"/>
                  </a:cubicBezTo>
                  <a:cubicBezTo>
                    <a:pt x="31035" y="73426"/>
                    <a:pt x="31691" y="72770"/>
                    <a:pt x="32470" y="72442"/>
                  </a:cubicBezTo>
                  <a:cubicBezTo>
                    <a:pt x="33249" y="72114"/>
                    <a:pt x="34192" y="72114"/>
                    <a:pt x="34971" y="72442"/>
                  </a:cubicBezTo>
                  <a:lnTo>
                    <a:pt x="41038" y="74943"/>
                  </a:lnTo>
                  <a:cubicBezTo>
                    <a:pt x="41858" y="75271"/>
                    <a:pt x="42473" y="75927"/>
                    <a:pt x="42801" y="76706"/>
                  </a:cubicBezTo>
                  <a:cubicBezTo>
                    <a:pt x="43129" y="77485"/>
                    <a:pt x="43129" y="78428"/>
                    <a:pt x="42801" y="79206"/>
                  </a:cubicBezTo>
                  <a:lnTo>
                    <a:pt x="42801" y="79206"/>
                  </a:lnTo>
                  <a:close/>
                  <a:moveTo>
                    <a:pt x="81010" y="171368"/>
                  </a:moveTo>
                  <a:lnTo>
                    <a:pt x="78510" y="177436"/>
                  </a:lnTo>
                  <a:cubicBezTo>
                    <a:pt x="78346" y="177846"/>
                    <a:pt x="78100" y="178215"/>
                    <a:pt x="77813" y="178502"/>
                  </a:cubicBezTo>
                  <a:cubicBezTo>
                    <a:pt x="77526" y="178788"/>
                    <a:pt x="77157" y="179034"/>
                    <a:pt x="76747" y="179198"/>
                  </a:cubicBezTo>
                  <a:cubicBezTo>
                    <a:pt x="76337" y="179362"/>
                    <a:pt x="75927" y="179444"/>
                    <a:pt x="75476" y="179444"/>
                  </a:cubicBezTo>
                  <a:cubicBezTo>
                    <a:pt x="75025" y="179444"/>
                    <a:pt x="74615" y="179362"/>
                    <a:pt x="74205" y="179198"/>
                  </a:cubicBezTo>
                  <a:cubicBezTo>
                    <a:pt x="73795" y="179034"/>
                    <a:pt x="73426" y="178788"/>
                    <a:pt x="73139" y="178502"/>
                  </a:cubicBezTo>
                  <a:cubicBezTo>
                    <a:pt x="72852" y="178215"/>
                    <a:pt x="72606" y="177846"/>
                    <a:pt x="72442" y="177436"/>
                  </a:cubicBezTo>
                  <a:cubicBezTo>
                    <a:pt x="72278" y="177026"/>
                    <a:pt x="72196" y="176616"/>
                    <a:pt x="72196" y="176165"/>
                  </a:cubicBezTo>
                  <a:cubicBezTo>
                    <a:pt x="72196" y="175714"/>
                    <a:pt x="72278" y="175304"/>
                    <a:pt x="72442" y="174894"/>
                  </a:cubicBezTo>
                  <a:lnTo>
                    <a:pt x="74943" y="168826"/>
                  </a:lnTo>
                  <a:cubicBezTo>
                    <a:pt x="75107" y="168416"/>
                    <a:pt x="75353" y="168047"/>
                    <a:pt x="75640" y="167719"/>
                  </a:cubicBezTo>
                  <a:cubicBezTo>
                    <a:pt x="75927" y="167391"/>
                    <a:pt x="76296" y="167145"/>
                    <a:pt x="76706" y="166981"/>
                  </a:cubicBezTo>
                  <a:cubicBezTo>
                    <a:pt x="77116" y="166817"/>
                    <a:pt x="77526" y="166735"/>
                    <a:pt x="77977" y="166735"/>
                  </a:cubicBezTo>
                  <a:cubicBezTo>
                    <a:pt x="78428" y="166735"/>
                    <a:pt x="78837" y="166817"/>
                    <a:pt x="79247" y="166981"/>
                  </a:cubicBezTo>
                  <a:cubicBezTo>
                    <a:pt x="79657" y="167145"/>
                    <a:pt x="80026" y="167391"/>
                    <a:pt x="80313" y="167719"/>
                  </a:cubicBezTo>
                  <a:cubicBezTo>
                    <a:pt x="80600" y="168047"/>
                    <a:pt x="80846" y="168416"/>
                    <a:pt x="81010" y="168785"/>
                  </a:cubicBezTo>
                  <a:cubicBezTo>
                    <a:pt x="81174" y="169154"/>
                    <a:pt x="81256" y="169605"/>
                    <a:pt x="81256" y="170056"/>
                  </a:cubicBezTo>
                  <a:cubicBezTo>
                    <a:pt x="81256" y="170507"/>
                    <a:pt x="81174" y="170917"/>
                    <a:pt x="80969" y="171327"/>
                  </a:cubicBezTo>
                  <a:close/>
                  <a:moveTo>
                    <a:pt x="108232" y="182027"/>
                  </a:moveTo>
                  <a:cubicBezTo>
                    <a:pt x="108232" y="182888"/>
                    <a:pt x="107904" y="183749"/>
                    <a:pt x="107289" y="184364"/>
                  </a:cubicBezTo>
                  <a:cubicBezTo>
                    <a:pt x="106675" y="184979"/>
                    <a:pt x="105855" y="185307"/>
                    <a:pt x="104953" y="185307"/>
                  </a:cubicBezTo>
                  <a:cubicBezTo>
                    <a:pt x="104051" y="185307"/>
                    <a:pt x="103231" y="184979"/>
                    <a:pt x="102616" y="184364"/>
                  </a:cubicBezTo>
                  <a:cubicBezTo>
                    <a:pt x="102001" y="183749"/>
                    <a:pt x="101673" y="182929"/>
                    <a:pt x="101673" y="182027"/>
                  </a:cubicBezTo>
                  <a:lnTo>
                    <a:pt x="101673" y="175468"/>
                  </a:lnTo>
                  <a:cubicBezTo>
                    <a:pt x="101673" y="174607"/>
                    <a:pt x="102001" y="173746"/>
                    <a:pt x="102616" y="173131"/>
                  </a:cubicBezTo>
                  <a:cubicBezTo>
                    <a:pt x="103231" y="172516"/>
                    <a:pt x="104051" y="172188"/>
                    <a:pt x="104953" y="172188"/>
                  </a:cubicBezTo>
                  <a:cubicBezTo>
                    <a:pt x="105855" y="172188"/>
                    <a:pt x="106675" y="172516"/>
                    <a:pt x="107289" y="173131"/>
                  </a:cubicBezTo>
                  <a:cubicBezTo>
                    <a:pt x="107904" y="173746"/>
                    <a:pt x="108232" y="174566"/>
                    <a:pt x="108232" y="175468"/>
                  </a:cubicBezTo>
                  <a:lnTo>
                    <a:pt x="108232" y="182027"/>
                  </a:lnTo>
                  <a:close/>
                  <a:moveTo>
                    <a:pt x="135701" y="179198"/>
                  </a:moveTo>
                  <a:cubicBezTo>
                    <a:pt x="135291" y="179362"/>
                    <a:pt x="134881" y="179444"/>
                    <a:pt x="134430" y="179444"/>
                  </a:cubicBezTo>
                  <a:cubicBezTo>
                    <a:pt x="133979" y="179444"/>
                    <a:pt x="133569" y="179362"/>
                    <a:pt x="133159" y="179198"/>
                  </a:cubicBezTo>
                  <a:cubicBezTo>
                    <a:pt x="132749" y="179034"/>
                    <a:pt x="132380" y="178788"/>
                    <a:pt x="132093" y="178502"/>
                  </a:cubicBezTo>
                  <a:cubicBezTo>
                    <a:pt x="131806" y="178215"/>
                    <a:pt x="131560" y="177846"/>
                    <a:pt x="131396" y="177436"/>
                  </a:cubicBezTo>
                  <a:lnTo>
                    <a:pt x="128895" y="171368"/>
                  </a:lnTo>
                  <a:cubicBezTo>
                    <a:pt x="128567" y="170548"/>
                    <a:pt x="128567" y="169646"/>
                    <a:pt x="128895" y="168867"/>
                  </a:cubicBezTo>
                  <a:cubicBezTo>
                    <a:pt x="129223" y="168088"/>
                    <a:pt x="129879" y="167432"/>
                    <a:pt x="130658" y="167104"/>
                  </a:cubicBezTo>
                  <a:cubicBezTo>
                    <a:pt x="131437" y="166776"/>
                    <a:pt x="132380" y="166776"/>
                    <a:pt x="133159" y="167104"/>
                  </a:cubicBezTo>
                  <a:cubicBezTo>
                    <a:pt x="133938" y="167432"/>
                    <a:pt x="134594" y="168088"/>
                    <a:pt x="134922" y="168867"/>
                  </a:cubicBezTo>
                  <a:lnTo>
                    <a:pt x="137422" y="174935"/>
                  </a:lnTo>
                  <a:cubicBezTo>
                    <a:pt x="137750" y="175755"/>
                    <a:pt x="137750" y="176657"/>
                    <a:pt x="137422" y="177436"/>
                  </a:cubicBezTo>
                  <a:cubicBezTo>
                    <a:pt x="137094" y="178215"/>
                    <a:pt x="136438" y="178870"/>
                    <a:pt x="135660" y="179198"/>
                  </a:cubicBezTo>
                  <a:close/>
                  <a:moveTo>
                    <a:pt x="161775" y="161775"/>
                  </a:moveTo>
                  <a:cubicBezTo>
                    <a:pt x="161160" y="162390"/>
                    <a:pt x="160340" y="162718"/>
                    <a:pt x="159438" y="162718"/>
                  </a:cubicBezTo>
                  <a:cubicBezTo>
                    <a:pt x="158536" y="162718"/>
                    <a:pt x="157716" y="162390"/>
                    <a:pt x="157101" y="161775"/>
                  </a:cubicBezTo>
                  <a:lnTo>
                    <a:pt x="152509" y="157142"/>
                  </a:lnTo>
                  <a:cubicBezTo>
                    <a:pt x="151894" y="156527"/>
                    <a:pt x="151566" y="155707"/>
                    <a:pt x="151566" y="154846"/>
                  </a:cubicBezTo>
                  <a:cubicBezTo>
                    <a:pt x="151566" y="153985"/>
                    <a:pt x="151894" y="153165"/>
                    <a:pt x="152509" y="152550"/>
                  </a:cubicBezTo>
                  <a:cubicBezTo>
                    <a:pt x="153124" y="151935"/>
                    <a:pt x="153944" y="151607"/>
                    <a:pt x="154846" y="151607"/>
                  </a:cubicBezTo>
                  <a:cubicBezTo>
                    <a:pt x="155748" y="151607"/>
                    <a:pt x="156568" y="151935"/>
                    <a:pt x="157183" y="152550"/>
                  </a:cubicBezTo>
                  <a:lnTo>
                    <a:pt x="161816" y="157183"/>
                  </a:lnTo>
                  <a:cubicBezTo>
                    <a:pt x="162431" y="157798"/>
                    <a:pt x="162759" y="158618"/>
                    <a:pt x="162759" y="159479"/>
                  </a:cubicBezTo>
                  <a:cubicBezTo>
                    <a:pt x="162759" y="160340"/>
                    <a:pt x="162431" y="161160"/>
                    <a:pt x="161816" y="161775"/>
                  </a:cubicBezTo>
                  <a:lnTo>
                    <a:pt x="161816" y="161775"/>
                  </a:lnTo>
                  <a:close/>
                  <a:moveTo>
                    <a:pt x="117334" y="117334"/>
                  </a:moveTo>
                  <a:lnTo>
                    <a:pt x="45220" y="164685"/>
                  </a:lnTo>
                  <a:lnTo>
                    <a:pt x="92572" y="92572"/>
                  </a:lnTo>
                  <a:lnTo>
                    <a:pt x="164685" y="45220"/>
                  </a:lnTo>
                  <a:lnTo>
                    <a:pt x="117334" y="117334"/>
                  </a:lnTo>
                  <a:close/>
                  <a:moveTo>
                    <a:pt x="179198" y="135701"/>
                  </a:moveTo>
                  <a:cubicBezTo>
                    <a:pt x="178870" y="136520"/>
                    <a:pt x="178215" y="137135"/>
                    <a:pt x="177436" y="137463"/>
                  </a:cubicBezTo>
                  <a:cubicBezTo>
                    <a:pt x="176657" y="137791"/>
                    <a:pt x="175714" y="137791"/>
                    <a:pt x="174935" y="137463"/>
                  </a:cubicBezTo>
                  <a:lnTo>
                    <a:pt x="168867" y="134963"/>
                  </a:lnTo>
                  <a:cubicBezTo>
                    <a:pt x="168047" y="134635"/>
                    <a:pt x="167432" y="133979"/>
                    <a:pt x="167104" y="133200"/>
                  </a:cubicBezTo>
                  <a:cubicBezTo>
                    <a:pt x="166776" y="132421"/>
                    <a:pt x="166776" y="131478"/>
                    <a:pt x="167104" y="130699"/>
                  </a:cubicBezTo>
                  <a:cubicBezTo>
                    <a:pt x="167268" y="130289"/>
                    <a:pt x="167514" y="129920"/>
                    <a:pt x="167801" y="129633"/>
                  </a:cubicBezTo>
                  <a:cubicBezTo>
                    <a:pt x="168088" y="129346"/>
                    <a:pt x="168457" y="129100"/>
                    <a:pt x="168867" y="128936"/>
                  </a:cubicBezTo>
                  <a:cubicBezTo>
                    <a:pt x="169277" y="128772"/>
                    <a:pt x="169687" y="128690"/>
                    <a:pt x="170138" y="128690"/>
                  </a:cubicBezTo>
                  <a:cubicBezTo>
                    <a:pt x="170589" y="128690"/>
                    <a:pt x="170999" y="128772"/>
                    <a:pt x="171409" y="128936"/>
                  </a:cubicBezTo>
                  <a:lnTo>
                    <a:pt x="177477" y="131437"/>
                  </a:lnTo>
                  <a:cubicBezTo>
                    <a:pt x="178297" y="131765"/>
                    <a:pt x="178911" y="132421"/>
                    <a:pt x="179239" y="133200"/>
                  </a:cubicBezTo>
                  <a:cubicBezTo>
                    <a:pt x="179567" y="133979"/>
                    <a:pt x="179567" y="134922"/>
                    <a:pt x="179239" y="135701"/>
                  </a:cubicBezTo>
                  <a:close/>
                  <a:moveTo>
                    <a:pt x="182027" y="108232"/>
                  </a:moveTo>
                  <a:lnTo>
                    <a:pt x="175468" y="108232"/>
                  </a:lnTo>
                  <a:cubicBezTo>
                    <a:pt x="174607" y="108232"/>
                    <a:pt x="173746" y="107904"/>
                    <a:pt x="173131" y="107289"/>
                  </a:cubicBezTo>
                  <a:cubicBezTo>
                    <a:pt x="172516" y="106675"/>
                    <a:pt x="172188" y="105855"/>
                    <a:pt x="172188" y="104953"/>
                  </a:cubicBezTo>
                  <a:cubicBezTo>
                    <a:pt x="172188" y="104051"/>
                    <a:pt x="172516" y="103231"/>
                    <a:pt x="173131" y="102616"/>
                  </a:cubicBezTo>
                  <a:cubicBezTo>
                    <a:pt x="173746" y="102001"/>
                    <a:pt x="174566" y="101673"/>
                    <a:pt x="175468" y="101673"/>
                  </a:cubicBezTo>
                  <a:lnTo>
                    <a:pt x="182027" y="101673"/>
                  </a:lnTo>
                  <a:cubicBezTo>
                    <a:pt x="182888" y="101673"/>
                    <a:pt x="183749" y="102001"/>
                    <a:pt x="184364" y="102616"/>
                  </a:cubicBezTo>
                  <a:cubicBezTo>
                    <a:pt x="184979" y="103231"/>
                    <a:pt x="185307" y="104051"/>
                    <a:pt x="185307" y="104953"/>
                  </a:cubicBezTo>
                  <a:cubicBezTo>
                    <a:pt x="185307" y="105855"/>
                    <a:pt x="184979" y="106675"/>
                    <a:pt x="184364" y="107289"/>
                  </a:cubicBezTo>
                  <a:cubicBezTo>
                    <a:pt x="183749" y="107904"/>
                    <a:pt x="182929" y="108232"/>
                    <a:pt x="182027" y="108232"/>
                  </a:cubicBezTo>
                  <a:close/>
                </a:path>
              </a:pathLst>
            </a:custGeom>
            <a:solidFill>
              <a:srgbClr val="EC4899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Text 68"/>
            <p:cNvSpPr/>
            <p:nvPr/>
          </p:nvSpPr>
          <p:spPr>
            <a:xfrm>
              <a:off x="599105" y="6402112"/>
              <a:ext cx="1495575" cy="1749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64" b="1" dirty="0">
                  <a:solidFill>
                    <a:srgbClr val="1E293B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Safari</a:t>
              </a:r>
              <a:endParaRPr lang="en-US" sz="1600" dirty="0"/>
            </a:p>
          </p:txBody>
        </p:sp>
        <p:sp>
          <p:nvSpPr>
            <p:cNvPr id="71" name="Shape 69"/>
            <p:cNvSpPr/>
            <p:nvPr/>
          </p:nvSpPr>
          <p:spPr>
            <a:xfrm>
              <a:off x="2270694" y="6052270"/>
              <a:ext cx="1644258" cy="629716"/>
            </a:xfrm>
            <a:custGeom>
              <a:avLst/>
              <a:gdLst/>
              <a:ahLst/>
              <a:cxnLst/>
              <a:rect l="l" t="t" r="r" b="b"/>
              <a:pathLst>
                <a:path w="1644258" h="629716">
                  <a:moveTo>
                    <a:pt x="104955" y="0"/>
                  </a:moveTo>
                  <a:lnTo>
                    <a:pt x="1539303" y="0"/>
                  </a:lnTo>
                  <a:cubicBezTo>
                    <a:pt x="1597268" y="0"/>
                    <a:pt x="1644258" y="46990"/>
                    <a:pt x="1644258" y="104955"/>
                  </a:cubicBezTo>
                  <a:lnTo>
                    <a:pt x="1644258" y="524761"/>
                  </a:lnTo>
                  <a:cubicBezTo>
                    <a:pt x="1644258" y="582726"/>
                    <a:pt x="1597268" y="629716"/>
                    <a:pt x="1539303" y="629716"/>
                  </a:cubicBezTo>
                  <a:lnTo>
                    <a:pt x="104955" y="629716"/>
                  </a:lnTo>
                  <a:cubicBezTo>
                    <a:pt x="46990" y="629716"/>
                    <a:pt x="0" y="582726"/>
                    <a:pt x="0" y="524761"/>
                  </a:cubicBezTo>
                  <a:lnTo>
                    <a:pt x="0" y="104955"/>
                  </a:lnTo>
                  <a:cubicBezTo>
                    <a:pt x="0" y="46990"/>
                    <a:pt x="46990" y="0"/>
                    <a:pt x="104955" y="0"/>
                  </a:cubicBezTo>
                  <a:close/>
                </a:path>
              </a:pathLst>
            </a:custGeom>
            <a:solidFill>
              <a:srgbClr val="F8F9FC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Shape 70"/>
            <p:cNvSpPr/>
            <p:nvPr/>
          </p:nvSpPr>
          <p:spPr>
            <a:xfrm>
              <a:off x="2986231" y="6157222"/>
              <a:ext cx="209905" cy="209905"/>
            </a:xfrm>
            <a:custGeom>
              <a:avLst/>
              <a:gdLst/>
              <a:ahLst/>
              <a:cxnLst/>
              <a:rect l="l" t="t" r="r" b="b"/>
              <a:pathLst>
                <a:path w="209905" h="209905">
                  <a:moveTo>
                    <a:pt x="49238" y="15333"/>
                  </a:moveTo>
                  <a:cubicBezTo>
                    <a:pt x="66046" y="5002"/>
                    <a:pt x="85151" y="-328"/>
                    <a:pt x="104543" y="0"/>
                  </a:cubicBezTo>
                  <a:cubicBezTo>
                    <a:pt x="173418" y="0"/>
                    <a:pt x="209905" y="50754"/>
                    <a:pt x="209905" y="89989"/>
                  </a:cubicBezTo>
                  <a:cubicBezTo>
                    <a:pt x="209864" y="103395"/>
                    <a:pt x="204576" y="116186"/>
                    <a:pt x="195187" y="125738"/>
                  </a:cubicBezTo>
                  <a:cubicBezTo>
                    <a:pt x="185799" y="135250"/>
                    <a:pt x="173049" y="140702"/>
                    <a:pt x="159643" y="140907"/>
                  </a:cubicBezTo>
                  <a:cubicBezTo>
                    <a:pt x="128813" y="140907"/>
                    <a:pt x="122130" y="131437"/>
                    <a:pt x="122130" y="127788"/>
                  </a:cubicBezTo>
                  <a:cubicBezTo>
                    <a:pt x="122130" y="126230"/>
                    <a:pt x="122622" y="125246"/>
                    <a:pt x="124098" y="123934"/>
                  </a:cubicBezTo>
                  <a:lnTo>
                    <a:pt x="124508" y="123442"/>
                  </a:lnTo>
                  <a:lnTo>
                    <a:pt x="124672" y="122786"/>
                  </a:lnTo>
                  <a:cubicBezTo>
                    <a:pt x="128977" y="118072"/>
                    <a:pt x="131191" y="112045"/>
                    <a:pt x="131191" y="105732"/>
                  </a:cubicBezTo>
                  <a:cubicBezTo>
                    <a:pt x="131191" y="73467"/>
                    <a:pt x="97491" y="47229"/>
                    <a:pt x="55756" y="47229"/>
                  </a:cubicBezTo>
                  <a:cubicBezTo>
                    <a:pt x="40382" y="47106"/>
                    <a:pt x="25213" y="50877"/>
                    <a:pt x="11684" y="58257"/>
                  </a:cubicBezTo>
                  <a:cubicBezTo>
                    <a:pt x="22753" y="34684"/>
                    <a:pt x="45589" y="18244"/>
                    <a:pt x="49115" y="15702"/>
                  </a:cubicBezTo>
                  <a:cubicBezTo>
                    <a:pt x="49443" y="15456"/>
                    <a:pt x="49238" y="15374"/>
                    <a:pt x="49238" y="15374"/>
                  </a:cubicBezTo>
                  <a:close/>
                  <a:moveTo>
                    <a:pt x="55633" y="145745"/>
                  </a:moveTo>
                  <a:cubicBezTo>
                    <a:pt x="55059" y="158044"/>
                    <a:pt x="57519" y="170343"/>
                    <a:pt x="62357" y="181494"/>
                  </a:cubicBezTo>
                  <a:cubicBezTo>
                    <a:pt x="67932" y="192318"/>
                    <a:pt x="75763" y="202403"/>
                    <a:pt x="85520" y="209905"/>
                  </a:cubicBezTo>
                  <a:cubicBezTo>
                    <a:pt x="61127" y="205191"/>
                    <a:pt x="39808" y="191908"/>
                    <a:pt x="24270" y="173295"/>
                  </a:cubicBezTo>
                  <a:cubicBezTo>
                    <a:pt x="8650" y="154272"/>
                    <a:pt x="0" y="130535"/>
                    <a:pt x="0" y="105732"/>
                  </a:cubicBezTo>
                  <a:cubicBezTo>
                    <a:pt x="0" y="84741"/>
                    <a:pt x="25582" y="67030"/>
                    <a:pt x="55756" y="67030"/>
                  </a:cubicBezTo>
                  <a:cubicBezTo>
                    <a:pt x="70761" y="66784"/>
                    <a:pt x="85438" y="71499"/>
                    <a:pt x="97491" y="80436"/>
                  </a:cubicBezTo>
                  <a:lnTo>
                    <a:pt x="96015" y="80928"/>
                  </a:lnTo>
                  <a:cubicBezTo>
                    <a:pt x="74902" y="88144"/>
                    <a:pt x="55633" y="118113"/>
                    <a:pt x="55633" y="145745"/>
                  </a:cubicBezTo>
                  <a:close/>
                  <a:moveTo>
                    <a:pt x="192605" y="163989"/>
                  </a:moveTo>
                  <a:lnTo>
                    <a:pt x="192318" y="164030"/>
                  </a:lnTo>
                  <a:cubicBezTo>
                    <a:pt x="187480" y="171737"/>
                    <a:pt x="181699" y="178420"/>
                    <a:pt x="175017" y="184323"/>
                  </a:cubicBezTo>
                  <a:cubicBezTo>
                    <a:pt x="162390" y="195802"/>
                    <a:pt x="147098" y="202977"/>
                    <a:pt x="130412" y="204781"/>
                  </a:cubicBezTo>
                  <a:cubicBezTo>
                    <a:pt x="122786" y="204904"/>
                    <a:pt x="115325" y="203469"/>
                    <a:pt x="108355" y="200107"/>
                  </a:cubicBezTo>
                  <a:cubicBezTo>
                    <a:pt x="97860" y="195884"/>
                    <a:pt x="89046" y="187808"/>
                    <a:pt x="83101" y="178379"/>
                  </a:cubicBezTo>
                  <a:cubicBezTo>
                    <a:pt x="77198" y="168580"/>
                    <a:pt x="74451" y="157183"/>
                    <a:pt x="75312" y="145745"/>
                  </a:cubicBezTo>
                  <a:cubicBezTo>
                    <a:pt x="75066" y="137504"/>
                    <a:pt x="77526" y="129223"/>
                    <a:pt x="81461" y="121884"/>
                  </a:cubicBezTo>
                  <a:cubicBezTo>
                    <a:pt x="87160" y="135455"/>
                    <a:pt x="96835" y="147016"/>
                    <a:pt x="109175" y="155010"/>
                  </a:cubicBezTo>
                  <a:cubicBezTo>
                    <a:pt x="121515" y="163005"/>
                    <a:pt x="136028" y="167104"/>
                    <a:pt x="150746" y="166735"/>
                  </a:cubicBezTo>
                  <a:cubicBezTo>
                    <a:pt x="163456" y="166858"/>
                    <a:pt x="176206" y="163989"/>
                    <a:pt x="187726" y="158331"/>
                  </a:cubicBezTo>
                  <a:lnTo>
                    <a:pt x="188505" y="157962"/>
                  </a:lnTo>
                  <a:cubicBezTo>
                    <a:pt x="190104" y="157019"/>
                    <a:pt x="191662" y="156363"/>
                    <a:pt x="193260" y="157962"/>
                  </a:cubicBezTo>
                  <a:cubicBezTo>
                    <a:pt x="195105" y="159971"/>
                    <a:pt x="193998" y="161734"/>
                    <a:pt x="192769" y="163702"/>
                  </a:cubicBezTo>
                  <a:cubicBezTo>
                    <a:pt x="192687" y="163784"/>
                    <a:pt x="192646" y="163907"/>
                    <a:pt x="192605" y="163989"/>
                  </a:cubicBezTo>
                  <a:close/>
                </a:path>
              </a:pathLst>
            </a:custGeom>
            <a:solidFill>
              <a:srgbClr val="EC4899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Text 71"/>
            <p:cNvSpPr/>
            <p:nvPr/>
          </p:nvSpPr>
          <p:spPr>
            <a:xfrm>
              <a:off x="2345036" y="6402112"/>
              <a:ext cx="1495575" cy="1749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64" b="1" dirty="0">
                  <a:solidFill>
                    <a:srgbClr val="1E293B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Edge</a:t>
              </a:r>
              <a:endParaRPr lang="en-US" sz="1600" dirty="0"/>
            </a:p>
          </p:txBody>
        </p:sp>
        <p:sp>
          <p:nvSpPr>
            <p:cNvPr id="74" name="Shape 72"/>
            <p:cNvSpPr/>
            <p:nvPr/>
          </p:nvSpPr>
          <p:spPr>
            <a:xfrm>
              <a:off x="4226531" y="4477980"/>
              <a:ext cx="7617813" cy="2378927"/>
            </a:xfrm>
            <a:custGeom>
              <a:avLst/>
              <a:gdLst/>
              <a:ahLst/>
              <a:cxnLst/>
              <a:rect l="l" t="t" r="r" b="b"/>
              <a:pathLst>
                <a:path w="7617813" h="2378927">
                  <a:moveTo>
                    <a:pt x="139928" y="0"/>
                  </a:moveTo>
                  <a:lnTo>
                    <a:pt x="7477885" y="0"/>
                  </a:lnTo>
                  <a:cubicBezTo>
                    <a:pt x="7555165" y="0"/>
                    <a:pt x="7617813" y="62648"/>
                    <a:pt x="7617813" y="139928"/>
                  </a:cubicBezTo>
                  <a:lnTo>
                    <a:pt x="7617813" y="2238998"/>
                  </a:lnTo>
                  <a:cubicBezTo>
                    <a:pt x="7617813" y="2316279"/>
                    <a:pt x="7555165" y="2378927"/>
                    <a:pt x="7477885" y="2378927"/>
                  </a:cubicBezTo>
                  <a:lnTo>
                    <a:pt x="139928" y="2378927"/>
                  </a:lnTo>
                  <a:cubicBezTo>
                    <a:pt x="62648" y="2378927"/>
                    <a:pt x="0" y="2316279"/>
                    <a:pt x="0" y="2238998"/>
                  </a:cubicBezTo>
                  <a:lnTo>
                    <a:pt x="0" y="139928"/>
                  </a:lnTo>
                  <a:cubicBezTo>
                    <a:pt x="0" y="62700"/>
                    <a:pt x="62700" y="0"/>
                    <a:pt x="139928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1E293B"/>
                </a:gs>
                <a:gs pos="100000">
                  <a:srgbClr val="334155"/>
                </a:gs>
              </a:gsLst>
              <a:lin ang="0" scaled="1"/>
            </a:gradFill>
            <a:ln/>
            <a:effectLst>
              <a:outerShdw blurRad="218651" dist="174921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Shape 73"/>
            <p:cNvSpPr/>
            <p:nvPr/>
          </p:nvSpPr>
          <p:spPr>
            <a:xfrm>
              <a:off x="4401452" y="4845314"/>
              <a:ext cx="559747" cy="559747"/>
            </a:xfrm>
            <a:custGeom>
              <a:avLst/>
              <a:gdLst/>
              <a:ahLst/>
              <a:cxnLst/>
              <a:rect l="l" t="t" r="r" b="b"/>
              <a:pathLst>
                <a:path w="559747" h="559747">
                  <a:moveTo>
                    <a:pt x="104953" y="0"/>
                  </a:moveTo>
                  <a:lnTo>
                    <a:pt x="454795" y="0"/>
                  </a:lnTo>
                  <a:cubicBezTo>
                    <a:pt x="512720" y="0"/>
                    <a:pt x="559747" y="47028"/>
                    <a:pt x="559747" y="104953"/>
                  </a:cubicBezTo>
                  <a:lnTo>
                    <a:pt x="559747" y="454795"/>
                  </a:lnTo>
                  <a:cubicBezTo>
                    <a:pt x="559747" y="512720"/>
                    <a:pt x="512720" y="559747"/>
                    <a:pt x="454795" y="559747"/>
                  </a:cubicBezTo>
                  <a:lnTo>
                    <a:pt x="104953" y="559747"/>
                  </a:lnTo>
                  <a:cubicBezTo>
                    <a:pt x="47028" y="559747"/>
                    <a:pt x="0" y="512720"/>
                    <a:pt x="0" y="454795"/>
                  </a:cubicBezTo>
                  <a:lnTo>
                    <a:pt x="0" y="104953"/>
                  </a:lnTo>
                  <a:cubicBezTo>
                    <a:pt x="0" y="47028"/>
                    <a:pt x="47028" y="0"/>
                    <a:pt x="104953" y="0"/>
                  </a:cubicBezTo>
                  <a:close/>
                </a:path>
              </a:pathLst>
            </a:custGeom>
            <a:solidFill>
              <a:srgbClr val="0EA5E9">
                <a:alpha val="2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Shape 74"/>
            <p:cNvSpPr/>
            <p:nvPr/>
          </p:nvSpPr>
          <p:spPr>
            <a:xfrm>
              <a:off x="4568720" y="4993997"/>
              <a:ext cx="229584" cy="262382"/>
            </a:xfrm>
            <a:custGeom>
              <a:avLst/>
              <a:gdLst/>
              <a:ahLst/>
              <a:cxnLst/>
              <a:rect l="l" t="t" r="r" b="b"/>
              <a:pathLst>
                <a:path w="229584" h="262382">
                  <a:moveTo>
                    <a:pt x="229584" y="105465"/>
                  </a:moveTo>
                  <a:cubicBezTo>
                    <a:pt x="221999" y="110487"/>
                    <a:pt x="213288" y="114536"/>
                    <a:pt x="204217" y="117764"/>
                  </a:cubicBezTo>
                  <a:cubicBezTo>
                    <a:pt x="180131" y="126374"/>
                    <a:pt x="148512" y="131191"/>
                    <a:pt x="114792" y="131191"/>
                  </a:cubicBezTo>
                  <a:cubicBezTo>
                    <a:pt x="81072" y="131191"/>
                    <a:pt x="49402" y="126322"/>
                    <a:pt x="25367" y="117764"/>
                  </a:cubicBezTo>
                  <a:cubicBezTo>
                    <a:pt x="16348" y="114536"/>
                    <a:pt x="7584" y="110487"/>
                    <a:pt x="0" y="105465"/>
                  </a:cubicBezTo>
                  <a:lnTo>
                    <a:pt x="0" y="147590"/>
                  </a:lnTo>
                  <a:cubicBezTo>
                    <a:pt x="0" y="170241"/>
                    <a:pt x="51400" y="188587"/>
                    <a:pt x="114792" y="188587"/>
                  </a:cubicBezTo>
                  <a:cubicBezTo>
                    <a:pt x="178184" y="188587"/>
                    <a:pt x="229584" y="170241"/>
                    <a:pt x="229584" y="147590"/>
                  </a:cubicBezTo>
                  <a:lnTo>
                    <a:pt x="229584" y="105465"/>
                  </a:lnTo>
                  <a:close/>
                  <a:moveTo>
                    <a:pt x="229584" y="65595"/>
                  </a:moveTo>
                  <a:lnTo>
                    <a:pt x="229584" y="40997"/>
                  </a:lnTo>
                  <a:cubicBezTo>
                    <a:pt x="229584" y="18346"/>
                    <a:pt x="178184" y="0"/>
                    <a:pt x="114792" y="0"/>
                  </a:cubicBezTo>
                  <a:cubicBezTo>
                    <a:pt x="51400" y="0"/>
                    <a:pt x="0" y="18346"/>
                    <a:pt x="0" y="40997"/>
                  </a:cubicBezTo>
                  <a:lnTo>
                    <a:pt x="0" y="65595"/>
                  </a:lnTo>
                  <a:cubicBezTo>
                    <a:pt x="0" y="88246"/>
                    <a:pt x="51400" y="106593"/>
                    <a:pt x="114792" y="106593"/>
                  </a:cubicBezTo>
                  <a:cubicBezTo>
                    <a:pt x="178184" y="106593"/>
                    <a:pt x="229584" y="88246"/>
                    <a:pt x="229584" y="65595"/>
                  </a:cubicBezTo>
                  <a:close/>
                  <a:moveTo>
                    <a:pt x="204217" y="199759"/>
                  </a:moveTo>
                  <a:cubicBezTo>
                    <a:pt x="180182" y="208317"/>
                    <a:pt x="148563" y="213185"/>
                    <a:pt x="114792" y="213185"/>
                  </a:cubicBezTo>
                  <a:cubicBezTo>
                    <a:pt x="81021" y="213185"/>
                    <a:pt x="49402" y="208317"/>
                    <a:pt x="25367" y="199759"/>
                  </a:cubicBezTo>
                  <a:cubicBezTo>
                    <a:pt x="16348" y="196530"/>
                    <a:pt x="7584" y="192482"/>
                    <a:pt x="0" y="187459"/>
                  </a:cubicBezTo>
                  <a:lnTo>
                    <a:pt x="0" y="221385"/>
                  </a:lnTo>
                  <a:cubicBezTo>
                    <a:pt x="0" y="244035"/>
                    <a:pt x="51400" y="262382"/>
                    <a:pt x="114792" y="262382"/>
                  </a:cubicBezTo>
                  <a:cubicBezTo>
                    <a:pt x="178184" y="262382"/>
                    <a:pt x="229584" y="244035"/>
                    <a:pt x="229584" y="221385"/>
                  </a:cubicBezTo>
                  <a:lnTo>
                    <a:pt x="229584" y="187459"/>
                  </a:lnTo>
                  <a:cubicBezTo>
                    <a:pt x="221999" y="192482"/>
                    <a:pt x="213288" y="196530"/>
                    <a:pt x="204217" y="199759"/>
                  </a:cubicBezTo>
                  <a:close/>
                </a:path>
              </a:pathLst>
            </a:custGeom>
            <a:solidFill>
              <a:srgbClr val="0EA5E9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Text 75"/>
            <p:cNvSpPr/>
            <p:nvPr/>
          </p:nvSpPr>
          <p:spPr>
            <a:xfrm>
              <a:off x="5101136" y="4652901"/>
              <a:ext cx="6655747" cy="2448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77" b="1" dirty="0">
                  <a:solidFill>
                    <a:srgbClr val="FFFFF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Data Management</a:t>
              </a:r>
              <a:endParaRPr lang="en-US" sz="1600" dirty="0"/>
            </a:p>
          </p:txBody>
        </p:sp>
        <p:sp>
          <p:nvSpPr>
            <p:cNvPr id="78" name="Shape 76"/>
            <p:cNvSpPr/>
            <p:nvPr/>
          </p:nvSpPr>
          <p:spPr>
            <a:xfrm>
              <a:off x="5101136" y="5002743"/>
              <a:ext cx="2099053" cy="594732"/>
            </a:xfrm>
            <a:custGeom>
              <a:avLst/>
              <a:gdLst/>
              <a:ahLst/>
              <a:cxnLst/>
              <a:rect l="l" t="t" r="r" b="b"/>
              <a:pathLst>
                <a:path w="2099053" h="594732">
                  <a:moveTo>
                    <a:pt x="104952" y="0"/>
                  </a:moveTo>
                  <a:lnTo>
                    <a:pt x="1994101" y="0"/>
                  </a:lnTo>
                  <a:cubicBezTo>
                    <a:pt x="2052064" y="0"/>
                    <a:pt x="2099053" y="46989"/>
                    <a:pt x="2099053" y="104952"/>
                  </a:cubicBezTo>
                  <a:lnTo>
                    <a:pt x="2099053" y="489779"/>
                  </a:lnTo>
                  <a:cubicBezTo>
                    <a:pt x="2099053" y="547743"/>
                    <a:pt x="2052064" y="594732"/>
                    <a:pt x="1994101" y="594732"/>
                  </a:cubicBezTo>
                  <a:lnTo>
                    <a:pt x="104952" y="594732"/>
                  </a:lnTo>
                  <a:cubicBezTo>
                    <a:pt x="46989" y="594732"/>
                    <a:pt x="0" y="547743"/>
                    <a:pt x="0" y="489779"/>
                  </a:cubicBezTo>
                  <a:lnTo>
                    <a:pt x="0" y="104952"/>
                  </a:lnTo>
                  <a:cubicBezTo>
                    <a:pt x="0" y="46989"/>
                    <a:pt x="46989" y="0"/>
                    <a:pt x="104952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Shape 77"/>
            <p:cNvSpPr/>
            <p:nvPr/>
          </p:nvSpPr>
          <p:spPr>
            <a:xfrm>
              <a:off x="5232327" y="5125188"/>
              <a:ext cx="122445" cy="139937"/>
            </a:xfrm>
            <a:custGeom>
              <a:avLst/>
              <a:gdLst/>
              <a:ahLst/>
              <a:cxnLst/>
              <a:rect l="l" t="t" r="r" b="b"/>
              <a:pathLst>
                <a:path w="122445" h="139937">
                  <a:moveTo>
                    <a:pt x="17492" y="8746"/>
                  </a:moveTo>
                  <a:cubicBezTo>
                    <a:pt x="7844" y="8746"/>
                    <a:pt x="0" y="16590"/>
                    <a:pt x="0" y="26238"/>
                  </a:cubicBezTo>
                  <a:lnTo>
                    <a:pt x="0" y="43730"/>
                  </a:lnTo>
                  <a:cubicBezTo>
                    <a:pt x="0" y="53378"/>
                    <a:pt x="7844" y="61222"/>
                    <a:pt x="17492" y="61222"/>
                  </a:cubicBezTo>
                  <a:lnTo>
                    <a:pt x="104953" y="61222"/>
                  </a:lnTo>
                  <a:cubicBezTo>
                    <a:pt x="114601" y="61222"/>
                    <a:pt x="122445" y="53378"/>
                    <a:pt x="122445" y="43730"/>
                  </a:cubicBezTo>
                  <a:lnTo>
                    <a:pt x="122445" y="26238"/>
                  </a:lnTo>
                  <a:cubicBezTo>
                    <a:pt x="122445" y="16590"/>
                    <a:pt x="114601" y="8746"/>
                    <a:pt x="104953" y="8746"/>
                  </a:cubicBezTo>
                  <a:lnTo>
                    <a:pt x="17492" y="8746"/>
                  </a:lnTo>
                  <a:close/>
                  <a:moveTo>
                    <a:pt x="76528" y="28425"/>
                  </a:moveTo>
                  <a:cubicBezTo>
                    <a:pt x="80148" y="28425"/>
                    <a:pt x="83088" y="31364"/>
                    <a:pt x="83088" y="34984"/>
                  </a:cubicBezTo>
                  <a:cubicBezTo>
                    <a:pt x="83088" y="38605"/>
                    <a:pt x="80148" y="41544"/>
                    <a:pt x="76528" y="41544"/>
                  </a:cubicBezTo>
                  <a:cubicBezTo>
                    <a:pt x="72908" y="41544"/>
                    <a:pt x="69968" y="38605"/>
                    <a:pt x="69968" y="34984"/>
                  </a:cubicBezTo>
                  <a:cubicBezTo>
                    <a:pt x="69968" y="31364"/>
                    <a:pt x="72908" y="28425"/>
                    <a:pt x="76528" y="28425"/>
                  </a:cubicBezTo>
                  <a:close/>
                  <a:moveTo>
                    <a:pt x="91834" y="34984"/>
                  </a:moveTo>
                  <a:cubicBezTo>
                    <a:pt x="91834" y="31364"/>
                    <a:pt x="94773" y="28425"/>
                    <a:pt x="98393" y="28425"/>
                  </a:cubicBezTo>
                  <a:cubicBezTo>
                    <a:pt x="102013" y="28425"/>
                    <a:pt x="104953" y="31364"/>
                    <a:pt x="104953" y="34984"/>
                  </a:cubicBezTo>
                  <a:cubicBezTo>
                    <a:pt x="104953" y="38605"/>
                    <a:pt x="102013" y="41544"/>
                    <a:pt x="98393" y="41544"/>
                  </a:cubicBezTo>
                  <a:cubicBezTo>
                    <a:pt x="94773" y="41544"/>
                    <a:pt x="91834" y="38605"/>
                    <a:pt x="91834" y="34984"/>
                  </a:cubicBezTo>
                  <a:close/>
                  <a:moveTo>
                    <a:pt x="17492" y="78714"/>
                  </a:moveTo>
                  <a:cubicBezTo>
                    <a:pt x="7844" y="78714"/>
                    <a:pt x="0" y="86559"/>
                    <a:pt x="0" y="96207"/>
                  </a:cubicBezTo>
                  <a:lnTo>
                    <a:pt x="0" y="113699"/>
                  </a:lnTo>
                  <a:cubicBezTo>
                    <a:pt x="0" y="123347"/>
                    <a:pt x="7844" y="131191"/>
                    <a:pt x="17492" y="131191"/>
                  </a:cubicBezTo>
                  <a:lnTo>
                    <a:pt x="104953" y="131191"/>
                  </a:lnTo>
                  <a:cubicBezTo>
                    <a:pt x="114601" y="131191"/>
                    <a:pt x="122445" y="123347"/>
                    <a:pt x="122445" y="113699"/>
                  </a:cubicBezTo>
                  <a:lnTo>
                    <a:pt x="122445" y="96207"/>
                  </a:lnTo>
                  <a:cubicBezTo>
                    <a:pt x="122445" y="86559"/>
                    <a:pt x="114601" y="78714"/>
                    <a:pt x="104953" y="78714"/>
                  </a:cubicBezTo>
                  <a:lnTo>
                    <a:pt x="17492" y="78714"/>
                  </a:lnTo>
                  <a:close/>
                  <a:moveTo>
                    <a:pt x="76528" y="98393"/>
                  </a:moveTo>
                  <a:cubicBezTo>
                    <a:pt x="80148" y="98393"/>
                    <a:pt x="83088" y="101332"/>
                    <a:pt x="83088" y="104953"/>
                  </a:cubicBezTo>
                  <a:cubicBezTo>
                    <a:pt x="83088" y="108573"/>
                    <a:pt x="80148" y="111512"/>
                    <a:pt x="76528" y="111512"/>
                  </a:cubicBezTo>
                  <a:cubicBezTo>
                    <a:pt x="72908" y="111512"/>
                    <a:pt x="69968" y="108573"/>
                    <a:pt x="69968" y="104953"/>
                  </a:cubicBezTo>
                  <a:cubicBezTo>
                    <a:pt x="69968" y="101332"/>
                    <a:pt x="72908" y="98393"/>
                    <a:pt x="76528" y="98393"/>
                  </a:cubicBezTo>
                  <a:close/>
                  <a:moveTo>
                    <a:pt x="91834" y="104953"/>
                  </a:moveTo>
                  <a:cubicBezTo>
                    <a:pt x="91834" y="101332"/>
                    <a:pt x="94773" y="98393"/>
                    <a:pt x="98393" y="98393"/>
                  </a:cubicBezTo>
                  <a:cubicBezTo>
                    <a:pt x="102013" y="98393"/>
                    <a:pt x="104953" y="101332"/>
                    <a:pt x="104953" y="104953"/>
                  </a:cubicBezTo>
                  <a:cubicBezTo>
                    <a:pt x="104953" y="108573"/>
                    <a:pt x="102013" y="111512"/>
                    <a:pt x="98393" y="111512"/>
                  </a:cubicBezTo>
                  <a:cubicBezTo>
                    <a:pt x="94773" y="111512"/>
                    <a:pt x="91834" y="108573"/>
                    <a:pt x="91834" y="104953"/>
                  </a:cubicBezTo>
                  <a:close/>
                </a:path>
              </a:pathLst>
            </a:custGeom>
            <a:solidFill>
              <a:srgbClr val="0EA5E9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Text 78"/>
            <p:cNvSpPr/>
            <p:nvPr/>
          </p:nvSpPr>
          <p:spPr>
            <a:xfrm>
              <a:off x="5450978" y="5107696"/>
              <a:ext cx="717176" cy="1749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64" b="1" dirty="0">
                  <a:solidFill>
                    <a:srgbClr val="FFFFF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PostgreSQL</a:t>
              </a:r>
              <a:endParaRPr lang="en-US" sz="1600" dirty="0"/>
            </a:p>
          </p:txBody>
        </p:sp>
        <p:sp>
          <p:nvSpPr>
            <p:cNvPr id="81" name="Text 79"/>
            <p:cNvSpPr/>
            <p:nvPr/>
          </p:nvSpPr>
          <p:spPr>
            <a:xfrm>
              <a:off x="5206089" y="5317601"/>
              <a:ext cx="1950370" cy="1749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64" dirty="0">
                  <a:solidFill>
                    <a:srgbClr val="FFFFFF">
                      <a:alpha val="8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Centralized database</a:t>
              </a:r>
              <a:endParaRPr lang="en-US" sz="1600" dirty="0"/>
            </a:p>
          </p:txBody>
        </p:sp>
        <p:sp>
          <p:nvSpPr>
            <p:cNvPr id="82" name="Shape 80"/>
            <p:cNvSpPr/>
            <p:nvPr/>
          </p:nvSpPr>
          <p:spPr>
            <a:xfrm>
              <a:off x="7335753" y="5002743"/>
              <a:ext cx="2099053" cy="594732"/>
            </a:xfrm>
            <a:custGeom>
              <a:avLst/>
              <a:gdLst/>
              <a:ahLst/>
              <a:cxnLst/>
              <a:rect l="l" t="t" r="r" b="b"/>
              <a:pathLst>
                <a:path w="2099053" h="594732">
                  <a:moveTo>
                    <a:pt x="104952" y="0"/>
                  </a:moveTo>
                  <a:lnTo>
                    <a:pt x="1994101" y="0"/>
                  </a:lnTo>
                  <a:cubicBezTo>
                    <a:pt x="2052064" y="0"/>
                    <a:pt x="2099053" y="46989"/>
                    <a:pt x="2099053" y="104952"/>
                  </a:cubicBezTo>
                  <a:lnTo>
                    <a:pt x="2099053" y="489779"/>
                  </a:lnTo>
                  <a:cubicBezTo>
                    <a:pt x="2099053" y="547743"/>
                    <a:pt x="2052064" y="594732"/>
                    <a:pt x="1994101" y="594732"/>
                  </a:cubicBezTo>
                  <a:lnTo>
                    <a:pt x="104952" y="594732"/>
                  </a:lnTo>
                  <a:cubicBezTo>
                    <a:pt x="46989" y="594732"/>
                    <a:pt x="0" y="547743"/>
                    <a:pt x="0" y="489779"/>
                  </a:cubicBezTo>
                  <a:lnTo>
                    <a:pt x="0" y="104952"/>
                  </a:lnTo>
                  <a:cubicBezTo>
                    <a:pt x="0" y="46989"/>
                    <a:pt x="46989" y="0"/>
                    <a:pt x="104952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Shape 81"/>
            <p:cNvSpPr/>
            <p:nvPr/>
          </p:nvSpPr>
          <p:spPr>
            <a:xfrm>
              <a:off x="7475690" y="5125188"/>
              <a:ext cx="104953" cy="139937"/>
            </a:xfrm>
            <a:custGeom>
              <a:avLst/>
              <a:gdLst/>
              <a:ahLst/>
              <a:cxnLst/>
              <a:rect l="l" t="t" r="r" b="b"/>
              <a:pathLst>
                <a:path w="104953" h="139937">
                  <a:moveTo>
                    <a:pt x="68301" y="18257"/>
                  </a:moveTo>
                  <a:cubicBezTo>
                    <a:pt x="71144" y="14349"/>
                    <a:pt x="70269" y="8883"/>
                    <a:pt x="66361" y="6040"/>
                  </a:cubicBezTo>
                  <a:cubicBezTo>
                    <a:pt x="62452" y="3198"/>
                    <a:pt x="56986" y="4072"/>
                    <a:pt x="54144" y="7981"/>
                  </a:cubicBezTo>
                  <a:lnTo>
                    <a:pt x="25172" y="47803"/>
                  </a:lnTo>
                  <a:lnTo>
                    <a:pt x="14923" y="37553"/>
                  </a:lnTo>
                  <a:cubicBezTo>
                    <a:pt x="11507" y="34137"/>
                    <a:pt x="5958" y="34137"/>
                    <a:pt x="2542" y="37553"/>
                  </a:cubicBezTo>
                  <a:cubicBezTo>
                    <a:pt x="-875" y="40970"/>
                    <a:pt x="-875" y="46518"/>
                    <a:pt x="2542" y="49935"/>
                  </a:cubicBezTo>
                  <a:lnTo>
                    <a:pt x="20034" y="67427"/>
                  </a:lnTo>
                  <a:cubicBezTo>
                    <a:pt x="21838" y="69230"/>
                    <a:pt x="24352" y="70160"/>
                    <a:pt x="26894" y="69968"/>
                  </a:cubicBezTo>
                  <a:cubicBezTo>
                    <a:pt x="29436" y="69777"/>
                    <a:pt x="31786" y="68465"/>
                    <a:pt x="33290" y="66388"/>
                  </a:cubicBezTo>
                  <a:lnTo>
                    <a:pt x="68274" y="18285"/>
                  </a:lnTo>
                  <a:close/>
                  <a:moveTo>
                    <a:pt x="103285" y="55428"/>
                  </a:moveTo>
                  <a:cubicBezTo>
                    <a:pt x="106128" y="51520"/>
                    <a:pt x="105253" y="46053"/>
                    <a:pt x="101345" y="43211"/>
                  </a:cubicBezTo>
                  <a:cubicBezTo>
                    <a:pt x="97437" y="40369"/>
                    <a:pt x="91970" y="41243"/>
                    <a:pt x="89128" y="45152"/>
                  </a:cubicBezTo>
                  <a:lnTo>
                    <a:pt x="42664" y="109025"/>
                  </a:lnTo>
                  <a:lnTo>
                    <a:pt x="23669" y="90030"/>
                  </a:lnTo>
                  <a:cubicBezTo>
                    <a:pt x="20253" y="86613"/>
                    <a:pt x="14704" y="86613"/>
                    <a:pt x="11288" y="90030"/>
                  </a:cubicBezTo>
                  <a:cubicBezTo>
                    <a:pt x="7871" y="93446"/>
                    <a:pt x="7871" y="98994"/>
                    <a:pt x="11288" y="102411"/>
                  </a:cubicBezTo>
                  <a:lnTo>
                    <a:pt x="37526" y="128649"/>
                  </a:lnTo>
                  <a:cubicBezTo>
                    <a:pt x="39330" y="130453"/>
                    <a:pt x="41844" y="131382"/>
                    <a:pt x="44386" y="131191"/>
                  </a:cubicBezTo>
                  <a:cubicBezTo>
                    <a:pt x="46928" y="130999"/>
                    <a:pt x="49279" y="129688"/>
                    <a:pt x="50782" y="127610"/>
                  </a:cubicBezTo>
                  <a:lnTo>
                    <a:pt x="103258" y="55455"/>
                  </a:lnTo>
                  <a:close/>
                </a:path>
              </a:pathLst>
            </a:custGeom>
            <a:solidFill>
              <a:srgbClr val="0EA5E9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Text 82"/>
            <p:cNvSpPr/>
            <p:nvPr/>
          </p:nvSpPr>
          <p:spPr>
            <a:xfrm>
              <a:off x="7685595" y="5107696"/>
              <a:ext cx="341096" cy="1749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64" b="1" dirty="0">
                  <a:solidFill>
                    <a:srgbClr val="FFFFF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ACID</a:t>
              </a:r>
              <a:endParaRPr lang="en-US" sz="1600" dirty="0"/>
            </a:p>
          </p:txBody>
        </p:sp>
        <p:sp>
          <p:nvSpPr>
            <p:cNvPr id="85" name="Text 83"/>
            <p:cNvSpPr/>
            <p:nvPr/>
          </p:nvSpPr>
          <p:spPr>
            <a:xfrm>
              <a:off x="7440706" y="5317601"/>
              <a:ext cx="1950370" cy="1749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64" dirty="0">
                  <a:solidFill>
                    <a:srgbClr val="FFFFFF">
                      <a:alpha val="8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Transaction compliance</a:t>
              </a:r>
              <a:endParaRPr lang="en-US" sz="1600" dirty="0"/>
            </a:p>
          </p:txBody>
        </p:sp>
        <p:sp>
          <p:nvSpPr>
            <p:cNvPr id="86" name="Shape 84"/>
            <p:cNvSpPr/>
            <p:nvPr/>
          </p:nvSpPr>
          <p:spPr>
            <a:xfrm>
              <a:off x="9570480" y="5002743"/>
              <a:ext cx="2099053" cy="594732"/>
            </a:xfrm>
            <a:custGeom>
              <a:avLst/>
              <a:gdLst/>
              <a:ahLst/>
              <a:cxnLst/>
              <a:rect l="l" t="t" r="r" b="b"/>
              <a:pathLst>
                <a:path w="2099053" h="594732">
                  <a:moveTo>
                    <a:pt x="104952" y="0"/>
                  </a:moveTo>
                  <a:lnTo>
                    <a:pt x="1994101" y="0"/>
                  </a:lnTo>
                  <a:cubicBezTo>
                    <a:pt x="2052064" y="0"/>
                    <a:pt x="2099053" y="46989"/>
                    <a:pt x="2099053" y="104952"/>
                  </a:cubicBezTo>
                  <a:lnTo>
                    <a:pt x="2099053" y="489779"/>
                  </a:lnTo>
                  <a:cubicBezTo>
                    <a:pt x="2099053" y="547743"/>
                    <a:pt x="2052064" y="594732"/>
                    <a:pt x="1994101" y="594732"/>
                  </a:cubicBezTo>
                  <a:lnTo>
                    <a:pt x="104952" y="594732"/>
                  </a:lnTo>
                  <a:cubicBezTo>
                    <a:pt x="46989" y="594732"/>
                    <a:pt x="0" y="547743"/>
                    <a:pt x="0" y="489779"/>
                  </a:cubicBezTo>
                  <a:lnTo>
                    <a:pt x="0" y="104952"/>
                  </a:lnTo>
                  <a:cubicBezTo>
                    <a:pt x="0" y="46989"/>
                    <a:pt x="46989" y="0"/>
                    <a:pt x="104952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Shape 85"/>
            <p:cNvSpPr/>
            <p:nvPr/>
          </p:nvSpPr>
          <p:spPr>
            <a:xfrm>
              <a:off x="9684179" y="5125188"/>
              <a:ext cx="157429" cy="139937"/>
            </a:xfrm>
            <a:custGeom>
              <a:avLst/>
              <a:gdLst/>
              <a:ahLst/>
              <a:cxnLst/>
              <a:rect l="l" t="t" r="r" b="b"/>
              <a:pathLst>
                <a:path w="157429" h="139937">
                  <a:moveTo>
                    <a:pt x="78714" y="17492"/>
                  </a:moveTo>
                  <a:cubicBezTo>
                    <a:pt x="107686" y="17492"/>
                    <a:pt x="131191" y="40997"/>
                    <a:pt x="131191" y="69968"/>
                  </a:cubicBezTo>
                  <a:cubicBezTo>
                    <a:pt x="131191" y="98940"/>
                    <a:pt x="107686" y="122445"/>
                    <a:pt x="78714" y="122445"/>
                  </a:cubicBezTo>
                  <a:cubicBezTo>
                    <a:pt x="60894" y="122445"/>
                    <a:pt x="45124" y="113562"/>
                    <a:pt x="35640" y="99951"/>
                  </a:cubicBezTo>
                  <a:cubicBezTo>
                    <a:pt x="32880" y="95988"/>
                    <a:pt x="27413" y="95031"/>
                    <a:pt x="23450" y="97792"/>
                  </a:cubicBezTo>
                  <a:cubicBezTo>
                    <a:pt x="19487" y="100552"/>
                    <a:pt x="18531" y="106019"/>
                    <a:pt x="21291" y="109982"/>
                  </a:cubicBezTo>
                  <a:cubicBezTo>
                    <a:pt x="33918" y="128075"/>
                    <a:pt x="54936" y="139937"/>
                    <a:pt x="78714" y="139937"/>
                  </a:cubicBezTo>
                  <a:cubicBezTo>
                    <a:pt x="117361" y="139937"/>
                    <a:pt x="148683" y="108615"/>
                    <a:pt x="148683" y="69968"/>
                  </a:cubicBezTo>
                  <a:cubicBezTo>
                    <a:pt x="148683" y="31322"/>
                    <a:pt x="117361" y="0"/>
                    <a:pt x="78714" y="0"/>
                  </a:cubicBezTo>
                  <a:cubicBezTo>
                    <a:pt x="55291" y="0"/>
                    <a:pt x="34574" y="11507"/>
                    <a:pt x="21865" y="29163"/>
                  </a:cubicBezTo>
                  <a:lnTo>
                    <a:pt x="21865" y="21865"/>
                  </a:lnTo>
                  <a:cubicBezTo>
                    <a:pt x="21865" y="17027"/>
                    <a:pt x="17957" y="13119"/>
                    <a:pt x="13119" y="13119"/>
                  </a:cubicBezTo>
                  <a:cubicBezTo>
                    <a:pt x="8281" y="13119"/>
                    <a:pt x="4373" y="17027"/>
                    <a:pt x="4373" y="21865"/>
                  </a:cubicBezTo>
                  <a:lnTo>
                    <a:pt x="4373" y="52476"/>
                  </a:lnTo>
                  <a:cubicBezTo>
                    <a:pt x="4373" y="57314"/>
                    <a:pt x="8281" y="61222"/>
                    <a:pt x="13119" y="61222"/>
                  </a:cubicBezTo>
                  <a:lnTo>
                    <a:pt x="19843" y="61222"/>
                  </a:lnTo>
                  <a:cubicBezTo>
                    <a:pt x="19979" y="61222"/>
                    <a:pt x="20116" y="61222"/>
                    <a:pt x="20253" y="61222"/>
                  </a:cubicBezTo>
                  <a:lnTo>
                    <a:pt x="43758" y="61222"/>
                  </a:lnTo>
                  <a:cubicBezTo>
                    <a:pt x="48595" y="61222"/>
                    <a:pt x="52504" y="57314"/>
                    <a:pt x="52504" y="52476"/>
                  </a:cubicBezTo>
                  <a:cubicBezTo>
                    <a:pt x="52504" y="47639"/>
                    <a:pt x="48595" y="43730"/>
                    <a:pt x="43758" y="43730"/>
                  </a:cubicBezTo>
                  <a:lnTo>
                    <a:pt x="33290" y="43730"/>
                  </a:lnTo>
                  <a:cubicBezTo>
                    <a:pt x="42336" y="28042"/>
                    <a:pt x="59309" y="17492"/>
                    <a:pt x="78714" y="17492"/>
                  </a:cubicBezTo>
                  <a:close/>
                  <a:moveTo>
                    <a:pt x="85274" y="41544"/>
                  </a:moveTo>
                  <a:cubicBezTo>
                    <a:pt x="85274" y="37909"/>
                    <a:pt x="82350" y="34984"/>
                    <a:pt x="78714" y="34984"/>
                  </a:cubicBezTo>
                  <a:cubicBezTo>
                    <a:pt x="75079" y="34984"/>
                    <a:pt x="72155" y="37909"/>
                    <a:pt x="72155" y="41544"/>
                  </a:cubicBezTo>
                  <a:lnTo>
                    <a:pt x="72155" y="69968"/>
                  </a:lnTo>
                  <a:cubicBezTo>
                    <a:pt x="72155" y="71718"/>
                    <a:pt x="72838" y="73385"/>
                    <a:pt x="74068" y="74615"/>
                  </a:cubicBezTo>
                  <a:lnTo>
                    <a:pt x="93747" y="94293"/>
                  </a:lnTo>
                  <a:cubicBezTo>
                    <a:pt x="96316" y="96863"/>
                    <a:pt x="100470" y="96863"/>
                    <a:pt x="103012" y="94293"/>
                  </a:cubicBezTo>
                  <a:cubicBezTo>
                    <a:pt x="105554" y="91724"/>
                    <a:pt x="105581" y="87570"/>
                    <a:pt x="103012" y="85028"/>
                  </a:cubicBezTo>
                  <a:lnTo>
                    <a:pt x="85247" y="67263"/>
                  </a:lnTo>
                  <a:lnTo>
                    <a:pt x="85247" y="41544"/>
                  </a:lnTo>
                  <a:close/>
                </a:path>
              </a:pathLst>
            </a:custGeom>
            <a:solidFill>
              <a:srgbClr val="0EA5E9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Text 86"/>
            <p:cNvSpPr/>
            <p:nvPr/>
          </p:nvSpPr>
          <p:spPr>
            <a:xfrm>
              <a:off x="9920322" y="5107696"/>
              <a:ext cx="673446" cy="1749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64" b="1" dirty="0">
                  <a:solidFill>
                    <a:srgbClr val="FFFFF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Audit Trails</a:t>
              </a:r>
              <a:endParaRPr lang="en-US" sz="1600" dirty="0"/>
            </a:p>
          </p:txBody>
        </p:sp>
        <p:sp>
          <p:nvSpPr>
            <p:cNvPr id="89" name="Text 87"/>
            <p:cNvSpPr/>
            <p:nvPr/>
          </p:nvSpPr>
          <p:spPr>
            <a:xfrm>
              <a:off x="9675433" y="5317601"/>
              <a:ext cx="1950370" cy="1749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64" dirty="0">
                  <a:solidFill>
                    <a:srgbClr val="FFFFFF">
                      <a:alpha val="8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Complete logging</a:t>
              </a:r>
              <a:endParaRPr lang="en-US" sz="1600" dirty="0"/>
            </a:p>
          </p:txBody>
        </p:sp>
      </p:grp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1608" y="404349"/>
            <a:ext cx="421929" cy="421929"/>
          </a:xfrm>
          <a:custGeom>
            <a:avLst/>
            <a:gdLst/>
            <a:ahLst/>
            <a:cxnLst/>
            <a:rect l="l" t="t" r="r" b="b"/>
            <a:pathLst>
              <a:path w="421929" h="421929">
                <a:moveTo>
                  <a:pt x="105482" y="0"/>
                </a:moveTo>
                <a:lnTo>
                  <a:pt x="316447" y="0"/>
                </a:lnTo>
                <a:cubicBezTo>
                  <a:pt x="374664" y="0"/>
                  <a:pt x="421929" y="47265"/>
                  <a:pt x="421929" y="105482"/>
                </a:cubicBezTo>
                <a:lnTo>
                  <a:pt x="421929" y="316447"/>
                </a:lnTo>
                <a:cubicBezTo>
                  <a:pt x="421929" y="374664"/>
                  <a:pt x="374664" y="421929"/>
                  <a:pt x="316447" y="421929"/>
                </a:cubicBezTo>
                <a:lnTo>
                  <a:pt x="105482" y="421929"/>
                </a:lnTo>
                <a:cubicBezTo>
                  <a:pt x="47265" y="421929"/>
                  <a:pt x="0" y="374664"/>
                  <a:pt x="0" y="316447"/>
                </a:cubicBezTo>
                <a:lnTo>
                  <a:pt x="0" y="105482"/>
                </a:lnTo>
                <a:cubicBezTo>
                  <a:pt x="0" y="47265"/>
                  <a:pt x="47265" y="0"/>
                  <a:pt x="105482" y="0"/>
                </a:cubicBezTo>
                <a:close/>
              </a:path>
            </a:pathLst>
          </a:custGeom>
          <a:gradFill flip="none" rotWithShape="1">
            <a:gsLst>
              <a:gs pos="0">
                <a:srgbClr val="0EA5E9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74671" y="527412"/>
            <a:ext cx="175804" cy="175804"/>
          </a:xfrm>
          <a:custGeom>
            <a:avLst/>
            <a:gdLst/>
            <a:ahLst/>
            <a:cxnLst/>
            <a:rect l="l" t="t" r="r" b="b"/>
            <a:pathLst>
              <a:path w="175804" h="175804">
                <a:moveTo>
                  <a:pt x="60433" y="19229"/>
                </a:moveTo>
                <a:lnTo>
                  <a:pt x="60433" y="32963"/>
                </a:lnTo>
                <a:lnTo>
                  <a:pt x="115371" y="32963"/>
                </a:lnTo>
                <a:lnTo>
                  <a:pt x="115371" y="19229"/>
                </a:lnTo>
                <a:cubicBezTo>
                  <a:pt x="115371" y="17718"/>
                  <a:pt x="114135" y="16482"/>
                  <a:pt x="112624" y="16482"/>
                </a:cubicBezTo>
                <a:lnTo>
                  <a:pt x="63180" y="16482"/>
                </a:lnTo>
                <a:cubicBezTo>
                  <a:pt x="61669" y="16482"/>
                  <a:pt x="60433" y="17718"/>
                  <a:pt x="60433" y="19229"/>
                </a:cubicBezTo>
                <a:close/>
                <a:moveTo>
                  <a:pt x="43951" y="32963"/>
                </a:moveTo>
                <a:lnTo>
                  <a:pt x="43951" y="19229"/>
                </a:lnTo>
                <a:cubicBezTo>
                  <a:pt x="43951" y="8619"/>
                  <a:pt x="52569" y="0"/>
                  <a:pt x="63180" y="0"/>
                </a:cubicBezTo>
                <a:lnTo>
                  <a:pt x="112624" y="0"/>
                </a:lnTo>
                <a:cubicBezTo>
                  <a:pt x="123234" y="0"/>
                  <a:pt x="131853" y="8619"/>
                  <a:pt x="131853" y="19229"/>
                </a:cubicBezTo>
                <a:lnTo>
                  <a:pt x="131853" y="32963"/>
                </a:lnTo>
                <a:lnTo>
                  <a:pt x="141502" y="32963"/>
                </a:lnTo>
                <a:cubicBezTo>
                  <a:pt x="145862" y="32963"/>
                  <a:pt x="150051" y="34714"/>
                  <a:pt x="153142" y="37805"/>
                </a:cubicBezTo>
                <a:lnTo>
                  <a:pt x="170962" y="55625"/>
                </a:lnTo>
                <a:cubicBezTo>
                  <a:pt x="174053" y="58716"/>
                  <a:pt x="175804" y="62905"/>
                  <a:pt x="175804" y="67266"/>
                </a:cubicBezTo>
                <a:lnTo>
                  <a:pt x="175804" y="93396"/>
                </a:lnTo>
                <a:lnTo>
                  <a:pt x="129106" y="93396"/>
                </a:lnTo>
                <a:lnTo>
                  <a:pt x="129106" y="87902"/>
                </a:lnTo>
                <a:cubicBezTo>
                  <a:pt x="129106" y="83335"/>
                  <a:pt x="125432" y="79661"/>
                  <a:pt x="120865" y="79661"/>
                </a:cubicBezTo>
                <a:cubicBezTo>
                  <a:pt x="116298" y="79661"/>
                  <a:pt x="112624" y="83335"/>
                  <a:pt x="112624" y="87902"/>
                </a:cubicBezTo>
                <a:lnTo>
                  <a:pt x="112624" y="93396"/>
                </a:lnTo>
                <a:lnTo>
                  <a:pt x="63180" y="93396"/>
                </a:lnTo>
                <a:lnTo>
                  <a:pt x="63180" y="87902"/>
                </a:lnTo>
                <a:cubicBezTo>
                  <a:pt x="63180" y="83335"/>
                  <a:pt x="59505" y="79661"/>
                  <a:pt x="54939" y="79661"/>
                </a:cubicBezTo>
                <a:cubicBezTo>
                  <a:pt x="50372" y="79661"/>
                  <a:pt x="46698" y="83335"/>
                  <a:pt x="46698" y="87902"/>
                </a:cubicBezTo>
                <a:lnTo>
                  <a:pt x="46698" y="93396"/>
                </a:lnTo>
                <a:lnTo>
                  <a:pt x="0" y="93396"/>
                </a:lnTo>
                <a:lnTo>
                  <a:pt x="0" y="67266"/>
                </a:lnTo>
                <a:cubicBezTo>
                  <a:pt x="0" y="62905"/>
                  <a:pt x="1751" y="58716"/>
                  <a:pt x="4841" y="55625"/>
                </a:cubicBezTo>
                <a:lnTo>
                  <a:pt x="22662" y="37805"/>
                </a:lnTo>
                <a:cubicBezTo>
                  <a:pt x="25753" y="34714"/>
                  <a:pt x="29942" y="32963"/>
                  <a:pt x="34302" y="32963"/>
                </a:cubicBezTo>
                <a:lnTo>
                  <a:pt x="43951" y="32963"/>
                </a:lnTo>
                <a:close/>
                <a:moveTo>
                  <a:pt x="0" y="142841"/>
                </a:moveTo>
                <a:lnTo>
                  <a:pt x="0" y="109877"/>
                </a:lnTo>
                <a:lnTo>
                  <a:pt x="46698" y="109877"/>
                </a:lnTo>
                <a:lnTo>
                  <a:pt x="46698" y="115371"/>
                </a:lnTo>
                <a:cubicBezTo>
                  <a:pt x="46698" y="119938"/>
                  <a:pt x="50372" y="123612"/>
                  <a:pt x="54939" y="123612"/>
                </a:cubicBezTo>
                <a:cubicBezTo>
                  <a:pt x="59505" y="123612"/>
                  <a:pt x="63180" y="119938"/>
                  <a:pt x="63180" y="115371"/>
                </a:cubicBezTo>
                <a:lnTo>
                  <a:pt x="63180" y="109877"/>
                </a:lnTo>
                <a:lnTo>
                  <a:pt x="112624" y="109877"/>
                </a:lnTo>
                <a:lnTo>
                  <a:pt x="112624" y="115371"/>
                </a:lnTo>
                <a:cubicBezTo>
                  <a:pt x="112624" y="119938"/>
                  <a:pt x="116298" y="123612"/>
                  <a:pt x="120865" y="123612"/>
                </a:cubicBezTo>
                <a:cubicBezTo>
                  <a:pt x="125432" y="123612"/>
                  <a:pt x="129106" y="119938"/>
                  <a:pt x="129106" y="115371"/>
                </a:cubicBezTo>
                <a:lnTo>
                  <a:pt x="129106" y="109877"/>
                </a:lnTo>
                <a:lnTo>
                  <a:pt x="175804" y="109877"/>
                </a:lnTo>
                <a:lnTo>
                  <a:pt x="175804" y="142841"/>
                </a:lnTo>
                <a:cubicBezTo>
                  <a:pt x="175804" y="154962"/>
                  <a:pt x="165949" y="164816"/>
                  <a:pt x="153828" y="164816"/>
                </a:cubicBezTo>
                <a:lnTo>
                  <a:pt x="21975" y="164816"/>
                </a:lnTo>
                <a:cubicBezTo>
                  <a:pt x="9855" y="164816"/>
                  <a:pt x="0" y="154962"/>
                  <a:pt x="0" y="14284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79019" y="351608"/>
            <a:ext cx="3120519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b="1" kern="0" spc="48" dirty="0">
                <a:solidFill>
                  <a:srgbClr val="0EA5E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9019" y="527412"/>
            <a:ext cx="3217211" cy="351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92" b="1" dirty="0">
                <a:solidFill>
                  <a:srgbClr val="1E293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Tools &amp; Technologies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79019" y="949341"/>
            <a:ext cx="11031694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open-source technologies powering the LIS solution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9188" y="1336110"/>
            <a:ext cx="5634515" cy="2144807"/>
          </a:xfrm>
          <a:custGeom>
            <a:avLst/>
            <a:gdLst/>
            <a:ahLst/>
            <a:cxnLst/>
            <a:rect l="l" t="t" r="r" b="b"/>
            <a:pathLst>
              <a:path w="5634515" h="2144807">
                <a:moveTo>
                  <a:pt x="35161" y="0"/>
                </a:moveTo>
                <a:lnTo>
                  <a:pt x="5493880" y="0"/>
                </a:lnTo>
                <a:cubicBezTo>
                  <a:pt x="5571550" y="0"/>
                  <a:pt x="5634515" y="62964"/>
                  <a:pt x="5634515" y="140635"/>
                </a:cubicBezTo>
                <a:lnTo>
                  <a:pt x="5634515" y="2004172"/>
                </a:lnTo>
                <a:cubicBezTo>
                  <a:pt x="5634515" y="2081843"/>
                  <a:pt x="5571550" y="2144807"/>
                  <a:pt x="5493880" y="2144807"/>
                </a:cubicBezTo>
                <a:lnTo>
                  <a:pt x="35161" y="2144807"/>
                </a:lnTo>
                <a:cubicBezTo>
                  <a:pt x="15742" y="2144807"/>
                  <a:pt x="0" y="2129065"/>
                  <a:pt x="0" y="2109647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853" dist="8790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9188" y="1336110"/>
            <a:ext cx="35161" cy="2144807"/>
          </a:xfrm>
          <a:custGeom>
            <a:avLst/>
            <a:gdLst/>
            <a:ahLst/>
            <a:cxnLst/>
            <a:rect l="l" t="t" r="r" b="b"/>
            <a:pathLst>
              <a:path w="35161" h="2144807">
                <a:moveTo>
                  <a:pt x="35161" y="0"/>
                </a:moveTo>
                <a:lnTo>
                  <a:pt x="35161" y="0"/>
                </a:lnTo>
                <a:lnTo>
                  <a:pt x="35161" y="2144807"/>
                </a:lnTo>
                <a:lnTo>
                  <a:pt x="35161" y="2144807"/>
                </a:lnTo>
                <a:cubicBezTo>
                  <a:pt x="15742" y="2144807"/>
                  <a:pt x="0" y="2129065"/>
                  <a:pt x="0" y="2109647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61D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97733" y="1547074"/>
            <a:ext cx="703216" cy="703216"/>
          </a:xfrm>
          <a:custGeom>
            <a:avLst/>
            <a:gdLst/>
            <a:ahLst/>
            <a:cxnLst/>
            <a:rect l="l" t="t" r="r" b="b"/>
            <a:pathLst>
              <a:path w="703216" h="703216">
                <a:moveTo>
                  <a:pt x="105482" y="0"/>
                </a:moveTo>
                <a:lnTo>
                  <a:pt x="597733" y="0"/>
                </a:lnTo>
                <a:cubicBezTo>
                  <a:pt x="655951" y="0"/>
                  <a:pt x="703216" y="47265"/>
                  <a:pt x="703216" y="105482"/>
                </a:cubicBezTo>
                <a:lnTo>
                  <a:pt x="703216" y="597733"/>
                </a:lnTo>
                <a:cubicBezTo>
                  <a:pt x="703216" y="655951"/>
                  <a:pt x="655951" y="703216"/>
                  <a:pt x="597733" y="703216"/>
                </a:cubicBezTo>
                <a:lnTo>
                  <a:pt x="105482" y="703216"/>
                </a:lnTo>
                <a:cubicBezTo>
                  <a:pt x="47265" y="703216"/>
                  <a:pt x="0" y="655951"/>
                  <a:pt x="0" y="597733"/>
                </a:cubicBezTo>
                <a:lnTo>
                  <a:pt x="0" y="105482"/>
                </a:lnTo>
                <a:cubicBezTo>
                  <a:pt x="0" y="47265"/>
                  <a:pt x="47265" y="0"/>
                  <a:pt x="105482" y="0"/>
                </a:cubicBezTo>
                <a:close/>
              </a:path>
            </a:pathLst>
          </a:custGeom>
          <a:gradFill flip="none" rotWithShape="1">
            <a:gsLst>
              <a:gs pos="0">
                <a:srgbClr val="61DAFB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91118" y="1740459"/>
            <a:ext cx="316447" cy="316447"/>
          </a:xfrm>
          <a:custGeom>
            <a:avLst/>
            <a:gdLst/>
            <a:ahLst/>
            <a:cxnLst/>
            <a:rect l="l" t="t" r="r" b="b"/>
            <a:pathLst>
              <a:path w="316447" h="316447">
                <a:moveTo>
                  <a:pt x="258473" y="109520"/>
                </a:moveTo>
                <a:cubicBezTo>
                  <a:pt x="255135" y="108408"/>
                  <a:pt x="251798" y="107357"/>
                  <a:pt x="248460" y="106368"/>
                </a:cubicBezTo>
                <a:cubicBezTo>
                  <a:pt x="249017" y="104081"/>
                  <a:pt x="249511" y="101795"/>
                  <a:pt x="250005" y="99508"/>
                </a:cubicBezTo>
                <a:cubicBezTo>
                  <a:pt x="257608" y="62671"/>
                  <a:pt x="252601" y="33066"/>
                  <a:pt x="235728" y="23301"/>
                </a:cubicBezTo>
                <a:cubicBezTo>
                  <a:pt x="219473" y="13968"/>
                  <a:pt x="192959" y="23672"/>
                  <a:pt x="166135" y="47034"/>
                </a:cubicBezTo>
                <a:cubicBezTo>
                  <a:pt x="163477" y="49321"/>
                  <a:pt x="160881" y="51732"/>
                  <a:pt x="158409" y="54142"/>
                </a:cubicBezTo>
                <a:cubicBezTo>
                  <a:pt x="156740" y="52535"/>
                  <a:pt x="155010" y="50928"/>
                  <a:pt x="153279" y="49383"/>
                </a:cubicBezTo>
                <a:cubicBezTo>
                  <a:pt x="125157" y="24413"/>
                  <a:pt x="96974" y="13906"/>
                  <a:pt x="80101" y="23734"/>
                </a:cubicBezTo>
                <a:cubicBezTo>
                  <a:pt x="63907" y="33128"/>
                  <a:pt x="59087" y="61003"/>
                  <a:pt x="65885" y="95861"/>
                </a:cubicBezTo>
                <a:cubicBezTo>
                  <a:pt x="66565" y="99322"/>
                  <a:pt x="67307" y="102722"/>
                  <a:pt x="68172" y="106183"/>
                </a:cubicBezTo>
                <a:cubicBezTo>
                  <a:pt x="64216" y="107295"/>
                  <a:pt x="60323" y="108531"/>
                  <a:pt x="56676" y="109829"/>
                </a:cubicBezTo>
                <a:cubicBezTo>
                  <a:pt x="23672" y="121263"/>
                  <a:pt x="0" y="139311"/>
                  <a:pt x="0" y="157976"/>
                </a:cubicBezTo>
                <a:cubicBezTo>
                  <a:pt x="0" y="177260"/>
                  <a:pt x="25217" y="196605"/>
                  <a:pt x="59519" y="208348"/>
                </a:cubicBezTo>
                <a:cubicBezTo>
                  <a:pt x="62301" y="209275"/>
                  <a:pt x="65082" y="210202"/>
                  <a:pt x="67925" y="211006"/>
                </a:cubicBezTo>
                <a:cubicBezTo>
                  <a:pt x="66998" y="214714"/>
                  <a:pt x="66194" y="218361"/>
                  <a:pt x="65453" y="222131"/>
                </a:cubicBezTo>
                <a:cubicBezTo>
                  <a:pt x="58963" y="256433"/>
                  <a:pt x="64031" y="283628"/>
                  <a:pt x="80224" y="292961"/>
                </a:cubicBezTo>
                <a:cubicBezTo>
                  <a:pt x="96912" y="302602"/>
                  <a:pt x="124972" y="292713"/>
                  <a:pt x="152290" y="268795"/>
                </a:cubicBezTo>
                <a:cubicBezTo>
                  <a:pt x="154453" y="266879"/>
                  <a:pt x="156617" y="264901"/>
                  <a:pt x="158780" y="262799"/>
                </a:cubicBezTo>
                <a:cubicBezTo>
                  <a:pt x="161499" y="265457"/>
                  <a:pt x="164342" y="267991"/>
                  <a:pt x="167185" y="270463"/>
                </a:cubicBezTo>
                <a:cubicBezTo>
                  <a:pt x="193638" y="293208"/>
                  <a:pt x="219782" y="302417"/>
                  <a:pt x="235914" y="293084"/>
                </a:cubicBezTo>
                <a:cubicBezTo>
                  <a:pt x="252601" y="283443"/>
                  <a:pt x="258040" y="254208"/>
                  <a:pt x="250994" y="218608"/>
                </a:cubicBezTo>
                <a:cubicBezTo>
                  <a:pt x="250438" y="215889"/>
                  <a:pt x="249820" y="213107"/>
                  <a:pt x="249140" y="210264"/>
                </a:cubicBezTo>
                <a:cubicBezTo>
                  <a:pt x="251118" y="209708"/>
                  <a:pt x="253034" y="209090"/>
                  <a:pt x="254950" y="208472"/>
                </a:cubicBezTo>
                <a:cubicBezTo>
                  <a:pt x="290612" y="196667"/>
                  <a:pt x="316447" y="177569"/>
                  <a:pt x="316447" y="157976"/>
                </a:cubicBezTo>
                <a:cubicBezTo>
                  <a:pt x="316447" y="139249"/>
                  <a:pt x="292095" y="121078"/>
                  <a:pt x="258473" y="109520"/>
                </a:cubicBezTo>
                <a:close/>
                <a:moveTo>
                  <a:pt x="174849" y="57047"/>
                </a:moveTo>
                <a:cubicBezTo>
                  <a:pt x="197841" y="37022"/>
                  <a:pt x="219288" y="29172"/>
                  <a:pt x="229053" y="34797"/>
                </a:cubicBezTo>
                <a:cubicBezTo>
                  <a:pt x="239498" y="40792"/>
                  <a:pt x="243516" y="65020"/>
                  <a:pt x="236964" y="96850"/>
                </a:cubicBezTo>
                <a:cubicBezTo>
                  <a:pt x="236532" y="98951"/>
                  <a:pt x="236099" y="100991"/>
                  <a:pt x="235543" y="103031"/>
                </a:cubicBezTo>
                <a:cubicBezTo>
                  <a:pt x="221822" y="99940"/>
                  <a:pt x="207916" y="97715"/>
                  <a:pt x="193947" y="96479"/>
                </a:cubicBezTo>
                <a:cubicBezTo>
                  <a:pt x="185913" y="84983"/>
                  <a:pt x="177136" y="73982"/>
                  <a:pt x="167618" y="63660"/>
                </a:cubicBezTo>
                <a:cubicBezTo>
                  <a:pt x="170028" y="61373"/>
                  <a:pt x="172377" y="59210"/>
                  <a:pt x="174849" y="57047"/>
                </a:cubicBezTo>
                <a:close/>
                <a:moveTo>
                  <a:pt x="103340" y="190054"/>
                </a:moveTo>
                <a:cubicBezTo>
                  <a:pt x="106492" y="195431"/>
                  <a:pt x="109706" y="200808"/>
                  <a:pt x="113105" y="206061"/>
                </a:cubicBezTo>
                <a:cubicBezTo>
                  <a:pt x="103463" y="205011"/>
                  <a:pt x="93883" y="203466"/>
                  <a:pt x="84427" y="201426"/>
                </a:cubicBezTo>
                <a:cubicBezTo>
                  <a:pt x="87147" y="192526"/>
                  <a:pt x="90546" y="183317"/>
                  <a:pt x="94501" y="173922"/>
                </a:cubicBezTo>
                <a:cubicBezTo>
                  <a:pt x="97345" y="179361"/>
                  <a:pt x="100249" y="184738"/>
                  <a:pt x="103340" y="190054"/>
                </a:cubicBezTo>
                <a:close/>
                <a:moveTo>
                  <a:pt x="84612" y="115701"/>
                </a:moveTo>
                <a:cubicBezTo>
                  <a:pt x="93513" y="113723"/>
                  <a:pt x="102969" y="112116"/>
                  <a:pt x="112796" y="110880"/>
                </a:cubicBezTo>
                <a:cubicBezTo>
                  <a:pt x="109520" y="116010"/>
                  <a:pt x="106306" y="121263"/>
                  <a:pt x="103278" y="126579"/>
                </a:cubicBezTo>
                <a:cubicBezTo>
                  <a:pt x="100249" y="131832"/>
                  <a:pt x="97283" y="137209"/>
                  <a:pt x="94501" y="142648"/>
                </a:cubicBezTo>
                <a:cubicBezTo>
                  <a:pt x="90608" y="133439"/>
                  <a:pt x="87332" y="124416"/>
                  <a:pt x="84612" y="115701"/>
                </a:cubicBezTo>
                <a:close/>
                <a:moveTo>
                  <a:pt x="101547" y="158285"/>
                </a:moveTo>
                <a:cubicBezTo>
                  <a:pt x="105627" y="149756"/>
                  <a:pt x="110077" y="141412"/>
                  <a:pt x="114774" y="133192"/>
                </a:cubicBezTo>
                <a:cubicBezTo>
                  <a:pt x="119471" y="124972"/>
                  <a:pt x="124539" y="116999"/>
                  <a:pt x="129855" y="109149"/>
                </a:cubicBezTo>
                <a:cubicBezTo>
                  <a:pt x="139125" y="108470"/>
                  <a:pt x="148582" y="108099"/>
                  <a:pt x="158224" y="108099"/>
                </a:cubicBezTo>
                <a:cubicBezTo>
                  <a:pt x="167865" y="108099"/>
                  <a:pt x="177383" y="108470"/>
                  <a:pt x="186592" y="109149"/>
                </a:cubicBezTo>
                <a:cubicBezTo>
                  <a:pt x="191846" y="116937"/>
                  <a:pt x="196852" y="124910"/>
                  <a:pt x="201611" y="133068"/>
                </a:cubicBezTo>
                <a:cubicBezTo>
                  <a:pt x="206370" y="141227"/>
                  <a:pt x="210820" y="149571"/>
                  <a:pt x="215023" y="158038"/>
                </a:cubicBezTo>
                <a:cubicBezTo>
                  <a:pt x="210882" y="166567"/>
                  <a:pt x="206432" y="174973"/>
                  <a:pt x="201673" y="183255"/>
                </a:cubicBezTo>
                <a:cubicBezTo>
                  <a:pt x="196976" y="191475"/>
                  <a:pt x="191970" y="199448"/>
                  <a:pt x="186716" y="207359"/>
                </a:cubicBezTo>
                <a:cubicBezTo>
                  <a:pt x="177507" y="208039"/>
                  <a:pt x="167927" y="208348"/>
                  <a:pt x="158224" y="208348"/>
                </a:cubicBezTo>
                <a:cubicBezTo>
                  <a:pt x="148520" y="208348"/>
                  <a:pt x="139125" y="208039"/>
                  <a:pt x="130040" y="207483"/>
                </a:cubicBezTo>
                <a:cubicBezTo>
                  <a:pt x="124663" y="199634"/>
                  <a:pt x="119595" y="191599"/>
                  <a:pt x="114836" y="183379"/>
                </a:cubicBezTo>
                <a:cubicBezTo>
                  <a:pt x="110077" y="175158"/>
                  <a:pt x="105688" y="166815"/>
                  <a:pt x="101547" y="158285"/>
                </a:cubicBezTo>
                <a:close/>
                <a:moveTo>
                  <a:pt x="213169" y="189930"/>
                </a:moveTo>
                <a:cubicBezTo>
                  <a:pt x="216321" y="184491"/>
                  <a:pt x="219288" y="178990"/>
                  <a:pt x="222193" y="173428"/>
                </a:cubicBezTo>
                <a:cubicBezTo>
                  <a:pt x="226148" y="182390"/>
                  <a:pt x="229609" y="191475"/>
                  <a:pt x="232638" y="200808"/>
                </a:cubicBezTo>
                <a:cubicBezTo>
                  <a:pt x="223058" y="202971"/>
                  <a:pt x="213355" y="204640"/>
                  <a:pt x="203589" y="205752"/>
                </a:cubicBezTo>
                <a:cubicBezTo>
                  <a:pt x="206927" y="200561"/>
                  <a:pt x="210079" y="195245"/>
                  <a:pt x="213169" y="189930"/>
                </a:cubicBezTo>
                <a:close/>
                <a:moveTo>
                  <a:pt x="222069" y="142648"/>
                </a:moveTo>
                <a:cubicBezTo>
                  <a:pt x="219164" y="137209"/>
                  <a:pt x="216198" y="131771"/>
                  <a:pt x="213107" y="126455"/>
                </a:cubicBezTo>
                <a:cubicBezTo>
                  <a:pt x="210079" y="121202"/>
                  <a:pt x="206927" y="116010"/>
                  <a:pt x="203651" y="110880"/>
                </a:cubicBezTo>
                <a:cubicBezTo>
                  <a:pt x="213602" y="112116"/>
                  <a:pt x="223120" y="113785"/>
                  <a:pt x="232020" y="115825"/>
                </a:cubicBezTo>
                <a:cubicBezTo>
                  <a:pt x="229177" y="124972"/>
                  <a:pt x="225839" y="133872"/>
                  <a:pt x="222069" y="142648"/>
                </a:cubicBezTo>
                <a:close/>
                <a:moveTo>
                  <a:pt x="158347" y="73117"/>
                </a:moveTo>
                <a:cubicBezTo>
                  <a:pt x="164837" y="80162"/>
                  <a:pt x="170956" y="87579"/>
                  <a:pt x="176642" y="95243"/>
                </a:cubicBezTo>
                <a:cubicBezTo>
                  <a:pt x="164404" y="94687"/>
                  <a:pt x="152105" y="94687"/>
                  <a:pt x="139867" y="95243"/>
                </a:cubicBezTo>
                <a:cubicBezTo>
                  <a:pt x="145924" y="87270"/>
                  <a:pt x="152167" y="79853"/>
                  <a:pt x="158347" y="73117"/>
                </a:cubicBezTo>
                <a:close/>
                <a:moveTo>
                  <a:pt x="86652" y="35229"/>
                </a:moveTo>
                <a:cubicBezTo>
                  <a:pt x="97036" y="29172"/>
                  <a:pt x="120089" y="37825"/>
                  <a:pt x="144379" y="59334"/>
                </a:cubicBezTo>
                <a:cubicBezTo>
                  <a:pt x="145924" y="60694"/>
                  <a:pt x="147469" y="62177"/>
                  <a:pt x="149076" y="63660"/>
                </a:cubicBezTo>
                <a:cubicBezTo>
                  <a:pt x="139496" y="73982"/>
                  <a:pt x="130658" y="84983"/>
                  <a:pt x="122561" y="96479"/>
                </a:cubicBezTo>
                <a:cubicBezTo>
                  <a:pt x="108593" y="97715"/>
                  <a:pt x="94749" y="99879"/>
                  <a:pt x="81028" y="102907"/>
                </a:cubicBezTo>
                <a:cubicBezTo>
                  <a:pt x="80224" y="99755"/>
                  <a:pt x="79544" y="96541"/>
                  <a:pt x="78865" y="93327"/>
                </a:cubicBezTo>
                <a:cubicBezTo>
                  <a:pt x="73055" y="63413"/>
                  <a:pt x="76887" y="40854"/>
                  <a:pt x="86652" y="35229"/>
                </a:cubicBezTo>
                <a:close/>
                <a:moveTo>
                  <a:pt x="71510" y="198150"/>
                </a:moveTo>
                <a:cubicBezTo>
                  <a:pt x="68914" y="197409"/>
                  <a:pt x="66380" y="196605"/>
                  <a:pt x="63846" y="195740"/>
                </a:cubicBezTo>
                <a:cubicBezTo>
                  <a:pt x="50681" y="191599"/>
                  <a:pt x="35724" y="185047"/>
                  <a:pt x="24908" y="176456"/>
                </a:cubicBezTo>
                <a:cubicBezTo>
                  <a:pt x="18665" y="172130"/>
                  <a:pt x="14463" y="165455"/>
                  <a:pt x="13288" y="157976"/>
                </a:cubicBezTo>
                <a:cubicBezTo>
                  <a:pt x="13288" y="146666"/>
                  <a:pt x="32819" y="132203"/>
                  <a:pt x="61003" y="122376"/>
                </a:cubicBezTo>
                <a:cubicBezTo>
                  <a:pt x="64526" y="121140"/>
                  <a:pt x="68110" y="120027"/>
                  <a:pt x="71695" y="118977"/>
                </a:cubicBezTo>
                <a:cubicBezTo>
                  <a:pt x="75898" y="132389"/>
                  <a:pt x="80966" y="145553"/>
                  <a:pt x="86838" y="158285"/>
                </a:cubicBezTo>
                <a:cubicBezTo>
                  <a:pt x="80904" y="171203"/>
                  <a:pt x="75774" y="184553"/>
                  <a:pt x="71510" y="198150"/>
                </a:cubicBezTo>
                <a:close/>
                <a:moveTo>
                  <a:pt x="143575" y="258720"/>
                </a:moveTo>
                <a:cubicBezTo>
                  <a:pt x="133377" y="268053"/>
                  <a:pt x="121573" y="275470"/>
                  <a:pt x="108717" y="280538"/>
                </a:cubicBezTo>
                <a:cubicBezTo>
                  <a:pt x="101856" y="283813"/>
                  <a:pt x="93945" y="284122"/>
                  <a:pt x="86899" y="281341"/>
                </a:cubicBezTo>
                <a:cubicBezTo>
                  <a:pt x="77072" y="275655"/>
                  <a:pt x="72993" y="253837"/>
                  <a:pt x="78555" y="224480"/>
                </a:cubicBezTo>
                <a:cubicBezTo>
                  <a:pt x="79235" y="221018"/>
                  <a:pt x="79977" y="217557"/>
                  <a:pt x="80842" y="214158"/>
                </a:cubicBezTo>
                <a:cubicBezTo>
                  <a:pt x="94687" y="217125"/>
                  <a:pt x="108655" y="219164"/>
                  <a:pt x="122809" y="220215"/>
                </a:cubicBezTo>
                <a:cubicBezTo>
                  <a:pt x="130967" y="231773"/>
                  <a:pt x="139929" y="242836"/>
                  <a:pt x="149509" y="253219"/>
                </a:cubicBezTo>
                <a:cubicBezTo>
                  <a:pt x="147531" y="255135"/>
                  <a:pt x="145553" y="256990"/>
                  <a:pt x="143575" y="258720"/>
                </a:cubicBezTo>
                <a:close/>
                <a:moveTo>
                  <a:pt x="158718" y="243701"/>
                </a:moveTo>
                <a:cubicBezTo>
                  <a:pt x="152414" y="236903"/>
                  <a:pt x="146110" y="229362"/>
                  <a:pt x="139991" y="221266"/>
                </a:cubicBezTo>
                <a:cubicBezTo>
                  <a:pt x="145924" y="221513"/>
                  <a:pt x="152043" y="221637"/>
                  <a:pt x="158224" y="221637"/>
                </a:cubicBezTo>
                <a:cubicBezTo>
                  <a:pt x="164590" y="221637"/>
                  <a:pt x="170832" y="221513"/>
                  <a:pt x="177013" y="221204"/>
                </a:cubicBezTo>
                <a:cubicBezTo>
                  <a:pt x="171326" y="229053"/>
                  <a:pt x="165208" y="236532"/>
                  <a:pt x="158718" y="243701"/>
                </a:cubicBezTo>
                <a:close/>
                <a:moveTo>
                  <a:pt x="239498" y="262243"/>
                </a:moveTo>
                <a:cubicBezTo>
                  <a:pt x="238942" y="269783"/>
                  <a:pt x="235234" y="276829"/>
                  <a:pt x="229300" y="281588"/>
                </a:cubicBezTo>
                <a:cubicBezTo>
                  <a:pt x="219473" y="287275"/>
                  <a:pt x="198521" y="279858"/>
                  <a:pt x="175900" y="260451"/>
                </a:cubicBezTo>
                <a:cubicBezTo>
                  <a:pt x="173304" y="258226"/>
                  <a:pt x="170708" y="255815"/>
                  <a:pt x="168051" y="253343"/>
                </a:cubicBezTo>
                <a:cubicBezTo>
                  <a:pt x="177507" y="242898"/>
                  <a:pt x="186222" y="231835"/>
                  <a:pt x="194133" y="220215"/>
                </a:cubicBezTo>
                <a:cubicBezTo>
                  <a:pt x="208286" y="219041"/>
                  <a:pt x="222378" y="216877"/>
                  <a:pt x="236285" y="213725"/>
                </a:cubicBezTo>
                <a:cubicBezTo>
                  <a:pt x="236903" y="216259"/>
                  <a:pt x="237459" y="218793"/>
                  <a:pt x="237953" y="221266"/>
                </a:cubicBezTo>
                <a:cubicBezTo>
                  <a:pt x="240982" y="234616"/>
                  <a:pt x="241476" y="248522"/>
                  <a:pt x="239498" y="262243"/>
                </a:cubicBezTo>
                <a:close/>
                <a:moveTo>
                  <a:pt x="250747" y="195802"/>
                </a:moveTo>
                <a:cubicBezTo>
                  <a:pt x="249017" y="196358"/>
                  <a:pt x="247286" y="196914"/>
                  <a:pt x="245494" y="197409"/>
                </a:cubicBezTo>
                <a:cubicBezTo>
                  <a:pt x="241167" y="183935"/>
                  <a:pt x="235852" y="170770"/>
                  <a:pt x="229733" y="157976"/>
                </a:cubicBezTo>
                <a:cubicBezTo>
                  <a:pt x="235666" y="145368"/>
                  <a:pt x="240673" y="132389"/>
                  <a:pt x="244876" y="119100"/>
                </a:cubicBezTo>
                <a:cubicBezTo>
                  <a:pt x="248090" y="120027"/>
                  <a:pt x="251180" y="121016"/>
                  <a:pt x="254147" y="122005"/>
                </a:cubicBezTo>
                <a:cubicBezTo>
                  <a:pt x="282948" y="131894"/>
                  <a:pt x="303159" y="146604"/>
                  <a:pt x="303159" y="157853"/>
                </a:cubicBezTo>
                <a:cubicBezTo>
                  <a:pt x="303159" y="169967"/>
                  <a:pt x="281588" y="185604"/>
                  <a:pt x="250747" y="195802"/>
                </a:cubicBezTo>
                <a:close/>
                <a:moveTo>
                  <a:pt x="158224" y="186531"/>
                </a:moveTo>
                <a:cubicBezTo>
                  <a:pt x="173847" y="186531"/>
                  <a:pt x="186531" y="173847"/>
                  <a:pt x="186531" y="158224"/>
                </a:cubicBezTo>
                <a:cubicBezTo>
                  <a:pt x="186531" y="142600"/>
                  <a:pt x="173847" y="129916"/>
                  <a:pt x="158224" y="129916"/>
                </a:cubicBezTo>
                <a:cubicBezTo>
                  <a:pt x="142600" y="129916"/>
                  <a:pt x="129916" y="142600"/>
                  <a:pt x="129916" y="158224"/>
                </a:cubicBezTo>
                <a:cubicBezTo>
                  <a:pt x="129916" y="173847"/>
                  <a:pt x="142600" y="186531"/>
                  <a:pt x="158224" y="18653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41592" y="1652557"/>
            <a:ext cx="1380061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1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React.js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41592" y="1933736"/>
            <a:ext cx="1344900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 Framework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7733" y="2426094"/>
            <a:ext cx="5265327" cy="457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7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Component-based JavaScript library for building dynamic, responsive user interfaces with virtual DOM optimization.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7733" y="3023827"/>
            <a:ext cx="870229" cy="246125"/>
          </a:xfrm>
          <a:custGeom>
            <a:avLst/>
            <a:gdLst/>
            <a:ahLst/>
            <a:cxnLst/>
            <a:rect l="l" t="t" r="r" b="b"/>
            <a:pathLst>
              <a:path w="870229" h="246125">
                <a:moveTo>
                  <a:pt x="123063" y="0"/>
                </a:moveTo>
                <a:lnTo>
                  <a:pt x="747167" y="0"/>
                </a:lnTo>
                <a:cubicBezTo>
                  <a:pt x="815087" y="0"/>
                  <a:pt x="870229" y="55143"/>
                  <a:pt x="870229" y="123063"/>
                </a:cubicBezTo>
                <a:lnTo>
                  <a:pt x="870229" y="123063"/>
                </a:lnTo>
                <a:cubicBezTo>
                  <a:pt x="870229" y="190983"/>
                  <a:pt x="815087" y="246125"/>
                  <a:pt x="747167" y="246125"/>
                </a:cubicBezTo>
                <a:lnTo>
                  <a:pt x="123063" y="246125"/>
                </a:lnTo>
                <a:cubicBezTo>
                  <a:pt x="55143" y="246125"/>
                  <a:pt x="0" y="190983"/>
                  <a:pt x="0" y="123063"/>
                </a:cubicBezTo>
                <a:lnTo>
                  <a:pt x="0" y="123063"/>
                </a:lnTo>
                <a:cubicBezTo>
                  <a:pt x="0" y="55143"/>
                  <a:pt x="55143" y="0"/>
                  <a:pt x="123063" y="0"/>
                </a:cubicBezTo>
                <a:close/>
              </a:path>
            </a:pathLst>
          </a:custGeom>
          <a:solidFill>
            <a:srgbClr val="61DAFB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7733" y="3023827"/>
            <a:ext cx="931761" cy="246125"/>
          </a:xfrm>
          <a:prstGeom prst="rect">
            <a:avLst/>
          </a:prstGeom>
          <a:noFill/>
          <a:ln/>
        </p:spPr>
        <p:txBody>
          <a:bodyPr wrap="square" lIns="105482" tIns="35161" rIns="105482" bIns="35161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Virtual DOM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539713" y="3023827"/>
            <a:ext cx="1221837" cy="246125"/>
          </a:xfrm>
          <a:custGeom>
            <a:avLst/>
            <a:gdLst/>
            <a:ahLst/>
            <a:cxnLst/>
            <a:rect l="l" t="t" r="r" b="b"/>
            <a:pathLst>
              <a:path w="1221837" h="246125">
                <a:moveTo>
                  <a:pt x="123063" y="0"/>
                </a:moveTo>
                <a:lnTo>
                  <a:pt x="1098774" y="0"/>
                </a:lnTo>
                <a:cubicBezTo>
                  <a:pt x="1166740" y="0"/>
                  <a:pt x="1221837" y="55097"/>
                  <a:pt x="1221837" y="123063"/>
                </a:cubicBezTo>
                <a:lnTo>
                  <a:pt x="1221837" y="123063"/>
                </a:lnTo>
                <a:cubicBezTo>
                  <a:pt x="1221837" y="191028"/>
                  <a:pt x="1166740" y="246125"/>
                  <a:pt x="1098774" y="246125"/>
                </a:cubicBezTo>
                <a:lnTo>
                  <a:pt x="123063" y="246125"/>
                </a:lnTo>
                <a:cubicBezTo>
                  <a:pt x="55143" y="246125"/>
                  <a:pt x="0" y="190983"/>
                  <a:pt x="0" y="123063"/>
                </a:cubicBezTo>
                <a:lnTo>
                  <a:pt x="0" y="123063"/>
                </a:lnTo>
                <a:cubicBezTo>
                  <a:pt x="0" y="55143"/>
                  <a:pt x="55143" y="0"/>
                  <a:pt x="123063" y="0"/>
                </a:cubicBezTo>
                <a:close/>
              </a:path>
            </a:pathLst>
          </a:custGeom>
          <a:solidFill>
            <a:srgbClr val="61DAFB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39713" y="3023827"/>
            <a:ext cx="1283368" cy="246125"/>
          </a:xfrm>
          <a:prstGeom prst="rect">
            <a:avLst/>
          </a:prstGeom>
          <a:noFill/>
          <a:ln/>
        </p:spPr>
        <p:txBody>
          <a:bodyPr wrap="square" lIns="105482" tIns="35161" rIns="105482" bIns="35161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Component-Based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829454" y="3023827"/>
            <a:ext cx="1169096" cy="246125"/>
          </a:xfrm>
          <a:custGeom>
            <a:avLst/>
            <a:gdLst/>
            <a:ahLst/>
            <a:cxnLst/>
            <a:rect l="l" t="t" r="r" b="b"/>
            <a:pathLst>
              <a:path w="1169096" h="246125">
                <a:moveTo>
                  <a:pt x="123063" y="0"/>
                </a:moveTo>
                <a:lnTo>
                  <a:pt x="1046033" y="0"/>
                </a:lnTo>
                <a:cubicBezTo>
                  <a:pt x="1113999" y="0"/>
                  <a:pt x="1169096" y="55097"/>
                  <a:pt x="1169096" y="123063"/>
                </a:cubicBezTo>
                <a:lnTo>
                  <a:pt x="1169096" y="123063"/>
                </a:lnTo>
                <a:cubicBezTo>
                  <a:pt x="1169096" y="191028"/>
                  <a:pt x="1113999" y="246125"/>
                  <a:pt x="1046033" y="246125"/>
                </a:cubicBezTo>
                <a:lnTo>
                  <a:pt x="123063" y="246125"/>
                </a:lnTo>
                <a:cubicBezTo>
                  <a:pt x="55143" y="246125"/>
                  <a:pt x="0" y="190983"/>
                  <a:pt x="0" y="123063"/>
                </a:cubicBezTo>
                <a:lnTo>
                  <a:pt x="0" y="123063"/>
                </a:lnTo>
                <a:cubicBezTo>
                  <a:pt x="0" y="55143"/>
                  <a:pt x="55143" y="0"/>
                  <a:pt x="123063" y="0"/>
                </a:cubicBezTo>
                <a:close/>
              </a:path>
            </a:pathLst>
          </a:custGeom>
          <a:solidFill>
            <a:srgbClr val="61DAFB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829454" y="3023827"/>
            <a:ext cx="1230627" cy="246125"/>
          </a:xfrm>
          <a:prstGeom prst="rect">
            <a:avLst/>
          </a:prstGeom>
          <a:noFill/>
          <a:ln/>
        </p:spPr>
        <p:txBody>
          <a:bodyPr wrap="square" lIns="105482" tIns="35161" rIns="105482" bIns="35161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Performance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99944" y="1336110"/>
            <a:ext cx="5634515" cy="2144807"/>
          </a:xfrm>
          <a:custGeom>
            <a:avLst/>
            <a:gdLst/>
            <a:ahLst/>
            <a:cxnLst/>
            <a:rect l="l" t="t" r="r" b="b"/>
            <a:pathLst>
              <a:path w="5634515" h="2144807">
                <a:moveTo>
                  <a:pt x="35161" y="0"/>
                </a:moveTo>
                <a:lnTo>
                  <a:pt x="5493880" y="0"/>
                </a:lnTo>
                <a:cubicBezTo>
                  <a:pt x="5571550" y="0"/>
                  <a:pt x="5634515" y="62964"/>
                  <a:pt x="5634515" y="140635"/>
                </a:cubicBezTo>
                <a:lnTo>
                  <a:pt x="5634515" y="2004172"/>
                </a:lnTo>
                <a:cubicBezTo>
                  <a:pt x="5634515" y="2081843"/>
                  <a:pt x="5571550" y="2144807"/>
                  <a:pt x="5493880" y="2144807"/>
                </a:cubicBezTo>
                <a:lnTo>
                  <a:pt x="35161" y="2144807"/>
                </a:lnTo>
                <a:cubicBezTo>
                  <a:pt x="15742" y="2144807"/>
                  <a:pt x="0" y="2129065"/>
                  <a:pt x="0" y="2109647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853" dist="8790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99944" y="1336110"/>
            <a:ext cx="35161" cy="2144807"/>
          </a:xfrm>
          <a:custGeom>
            <a:avLst/>
            <a:gdLst/>
            <a:ahLst/>
            <a:cxnLst/>
            <a:rect l="l" t="t" r="r" b="b"/>
            <a:pathLst>
              <a:path w="35161" h="2144807">
                <a:moveTo>
                  <a:pt x="35161" y="0"/>
                </a:moveTo>
                <a:lnTo>
                  <a:pt x="35161" y="0"/>
                </a:lnTo>
                <a:lnTo>
                  <a:pt x="35161" y="2144807"/>
                </a:lnTo>
                <a:lnTo>
                  <a:pt x="35161" y="2144807"/>
                </a:lnTo>
                <a:cubicBezTo>
                  <a:pt x="15742" y="2144807"/>
                  <a:pt x="0" y="2129065"/>
                  <a:pt x="0" y="2109647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28489" y="1547074"/>
            <a:ext cx="703216" cy="703216"/>
          </a:xfrm>
          <a:custGeom>
            <a:avLst/>
            <a:gdLst/>
            <a:ahLst/>
            <a:cxnLst/>
            <a:rect l="l" t="t" r="r" b="b"/>
            <a:pathLst>
              <a:path w="703216" h="703216">
                <a:moveTo>
                  <a:pt x="105482" y="0"/>
                </a:moveTo>
                <a:lnTo>
                  <a:pt x="597733" y="0"/>
                </a:lnTo>
                <a:cubicBezTo>
                  <a:pt x="655951" y="0"/>
                  <a:pt x="703216" y="47265"/>
                  <a:pt x="703216" y="105482"/>
                </a:cubicBezTo>
                <a:lnTo>
                  <a:pt x="703216" y="597733"/>
                </a:lnTo>
                <a:cubicBezTo>
                  <a:pt x="703216" y="655951"/>
                  <a:pt x="655951" y="703216"/>
                  <a:pt x="597733" y="703216"/>
                </a:cubicBezTo>
                <a:lnTo>
                  <a:pt x="105482" y="703216"/>
                </a:lnTo>
                <a:cubicBezTo>
                  <a:pt x="47265" y="703216"/>
                  <a:pt x="0" y="655951"/>
                  <a:pt x="0" y="597733"/>
                </a:cubicBezTo>
                <a:lnTo>
                  <a:pt x="0" y="105482"/>
                </a:lnTo>
                <a:cubicBezTo>
                  <a:pt x="0" y="47265"/>
                  <a:pt x="47265" y="0"/>
                  <a:pt x="105482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DF8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621874" y="1740459"/>
            <a:ext cx="316447" cy="316447"/>
          </a:xfrm>
          <a:custGeom>
            <a:avLst/>
            <a:gdLst/>
            <a:ahLst/>
            <a:cxnLst/>
            <a:rect l="l" t="t" r="r" b="b"/>
            <a:pathLst>
              <a:path w="316447" h="316447">
                <a:moveTo>
                  <a:pt x="178001" y="19778"/>
                </a:moveTo>
                <a:cubicBezTo>
                  <a:pt x="178001" y="30718"/>
                  <a:pt x="186840" y="39556"/>
                  <a:pt x="197779" y="39556"/>
                </a:cubicBezTo>
                <a:lnTo>
                  <a:pt x="222502" y="39556"/>
                </a:lnTo>
                <a:cubicBezTo>
                  <a:pt x="230722" y="39556"/>
                  <a:pt x="237335" y="46169"/>
                  <a:pt x="237335" y="54389"/>
                </a:cubicBezTo>
                <a:cubicBezTo>
                  <a:pt x="237335" y="62610"/>
                  <a:pt x="230722" y="69223"/>
                  <a:pt x="222502" y="69223"/>
                </a:cubicBezTo>
                <a:lnTo>
                  <a:pt x="19778" y="69223"/>
                </a:lnTo>
                <a:cubicBezTo>
                  <a:pt x="8838" y="69223"/>
                  <a:pt x="0" y="78061"/>
                  <a:pt x="0" y="89001"/>
                </a:cubicBezTo>
                <a:cubicBezTo>
                  <a:pt x="0" y="99940"/>
                  <a:pt x="8838" y="108779"/>
                  <a:pt x="19778" y="108779"/>
                </a:cubicBezTo>
                <a:lnTo>
                  <a:pt x="222502" y="108779"/>
                </a:lnTo>
                <a:cubicBezTo>
                  <a:pt x="252540" y="108779"/>
                  <a:pt x="276891" y="84427"/>
                  <a:pt x="276891" y="54389"/>
                </a:cubicBezTo>
                <a:cubicBezTo>
                  <a:pt x="276891" y="24352"/>
                  <a:pt x="252540" y="0"/>
                  <a:pt x="222502" y="0"/>
                </a:cubicBezTo>
                <a:lnTo>
                  <a:pt x="197779" y="0"/>
                </a:lnTo>
                <a:cubicBezTo>
                  <a:pt x="186840" y="0"/>
                  <a:pt x="178001" y="8838"/>
                  <a:pt x="178001" y="19778"/>
                </a:cubicBezTo>
                <a:close/>
                <a:moveTo>
                  <a:pt x="217557" y="237335"/>
                </a:moveTo>
                <a:cubicBezTo>
                  <a:pt x="217557" y="248275"/>
                  <a:pt x="226396" y="257113"/>
                  <a:pt x="237335" y="257113"/>
                </a:cubicBezTo>
                <a:lnTo>
                  <a:pt x="257113" y="257113"/>
                </a:lnTo>
                <a:cubicBezTo>
                  <a:pt x="289870" y="257113"/>
                  <a:pt x="316447" y="230537"/>
                  <a:pt x="316447" y="197779"/>
                </a:cubicBezTo>
                <a:cubicBezTo>
                  <a:pt x="316447" y="165022"/>
                  <a:pt x="289870" y="138446"/>
                  <a:pt x="257113" y="138446"/>
                </a:cubicBezTo>
                <a:lnTo>
                  <a:pt x="19778" y="138446"/>
                </a:lnTo>
                <a:cubicBezTo>
                  <a:pt x="8838" y="138446"/>
                  <a:pt x="0" y="147284"/>
                  <a:pt x="0" y="158224"/>
                </a:cubicBezTo>
                <a:cubicBezTo>
                  <a:pt x="0" y="169163"/>
                  <a:pt x="8838" y="178001"/>
                  <a:pt x="19778" y="178001"/>
                </a:cubicBezTo>
                <a:lnTo>
                  <a:pt x="257113" y="178001"/>
                </a:lnTo>
                <a:cubicBezTo>
                  <a:pt x="268053" y="178001"/>
                  <a:pt x="276891" y="186840"/>
                  <a:pt x="276891" y="197779"/>
                </a:cubicBezTo>
                <a:cubicBezTo>
                  <a:pt x="276891" y="208719"/>
                  <a:pt x="268053" y="217557"/>
                  <a:pt x="257113" y="217557"/>
                </a:cubicBezTo>
                <a:lnTo>
                  <a:pt x="237335" y="217557"/>
                </a:lnTo>
                <a:cubicBezTo>
                  <a:pt x="226396" y="217557"/>
                  <a:pt x="217557" y="226396"/>
                  <a:pt x="217557" y="237335"/>
                </a:cubicBezTo>
                <a:close/>
                <a:moveTo>
                  <a:pt x="79112" y="316447"/>
                </a:moveTo>
                <a:lnTo>
                  <a:pt x="103834" y="316447"/>
                </a:lnTo>
                <a:cubicBezTo>
                  <a:pt x="133872" y="316447"/>
                  <a:pt x="158224" y="292095"/>
                  <a:pt x="158224" y="262058"/>
                </a:cubicBezTo>
                <a:cubicBezTo>
                  <a:pt x="158224" y="232020"/>
                  <a:pt x="133872" y="207668"/>
                  <a:pt x="103834" y="207668"/>
                </a:cubicBezTo>
                <a:lnTo>
                  <a:pt x="19778" y="207668"/>
                </a:lnTo>
                <a:cubicBezTo>
                  <a:pt x="8838" y="207668"/>
                  <a:pt x="0" y="216507"/>
                  <a:pt x="0" y="227446"/>
                </a:cubicBezTo>
                <a:cubicBezTo>
                  <a:pt x="0" y="238386"/>
                  <a:pt x="8838" y="247224"/>
                  <a:pt x="19778" y="247224"/>
                </a:cubicBezTo>
                <a:lnTo>
                  <a:pt x="103834" y="247224"/>
                </a:lnTo>
                <a:cubicBezTo>
                  <a:pt x="112054" y="247224"/>
                  <a:pt x="118668" y="253837"/>
                  <a:pt x="118668" y="262058"/>
                </a:cubicBezTo>
                <a:cubicBezTo>
                  <a:pt x="118668" y="270278"/>
                  <a:pt x="112054" y="276891"/>
                  <a:pt x="103834" y="276891"/>
                </a:cubicBezTo>
                <a:lnTo>
                  <a:pt x="79112" y="276891"/>
                </a:lnTo>
                <a:cubicBezTo>
                  <a:pt x="68172" y="276891"/>
                  <a:pt x="59334" y="285729"/>
                  <a:pt x="59334" y="296669"/>
                </a:cubicBezTo>
                <a:cubicBezTo>
                  <a:pt x="59334" y="307609"/>
                  <a:pt x="68172" y="316447"/>
                  <a:pt x="79112" y="31644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272348" y="1652557"/>
            <a:ext cx="1336110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1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Tailwind CSS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72348" y="1933736"/>
            <a:ext cx="1300949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Styling Framework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28489" y="2426094"/>
            <a:ext cx="5265327" cy="457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7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Utility-first CSS framework enabling rapid UI development with consistent design system and responsive layouts.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28489" y="3023827"/>
            <a:ext cx="808698" cy="246125"/>
          </a:xfrm>
          <a:custGeom>
            <a:avLst/>
            <a:gdLst/>
            <a:ahLst/>
            <a:cxnLst/>
            <a:rect l="l" t="t" r="r" b="b"/>
            <a:pathLst>
              <a:path w="808698" h="246125">
                <a:moveTo>
                  <a:pt x="123063" y="0"/>
                </a:moveTo>
                <a:lnTo>
                  <a:pt x="685635" y="0"/>
                </a:lnTo>
                <a:cubicBezTo>
                  <a:pt x="753555" y="0"/>
                  <a:pt x="808698" y="55143"/>
                  <a:pt x="808698" y="123063"/>
                </a:cubicBezTo>
                <a:lnTo>
                  <a:pt x="808698" y="123063"/>
                </a:lnTo>
                <a:cubicBezTo>
                  <a:pt x="808698" y="190983"/>
                  <a:pt x="753555" y="246125"/>
                  <a:pt x="685635" y="246125"/>
                </a:cubicBezTo>
                <a:lnTo>
                  <a:pt x="123063" y="246125"/>
                </a:lnTo>
                <a:cubicBezTo>
                  <a:pt x="55143" y="246125"/>
                  <a:pt x="0" y="190983"/>
                  <a:pt x="0" y="123063"/>
                </a:cubicBezTo>
                <a:lnTo>
                  <a:pt x="0" y="123063"/>
                </a:lnTo>
                <a:cubicBezTo>
                  <a:pt x="0" y="55143"/>
                  <a:pt x="55143" y="0"/>
                  <a:pt x="123063" y="0"/>
                </a:cubicBezTo>
                <a:close/>
              </a:path>
            </a:pathLst>
          </a:custGeom>
          <a:solidFill>
            <a:srgbClr val="38BDF8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28489" y="3023827"/>
            <a:ext cx="870229" cy="246125"/>
          </a:xfrm>
          <a:prstGeom prst="rect">
            <a:avLst/>
          </a:prstGeom>
          <a:noFill/>
          <a:ln/>
        </p:spPr>
        <p:txBody>
          <a:bodyPr wrap="square" lIns="105482" tIns="35161" rIns="105482" bIns="35161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0EA5E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Utility-First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303773" y="3023827"/>
            <a:ext cx="817488" cy="246125"/>
          </a:xfrm>
          <a:custGeom>
            <a:avLst/>
            <a:gdLst/>
            <a:ahLst/>
            <a:cxnLst/>
            <a:rect l="l" t="t" r="r" b="b"/>
            <a:pathLst>
              <a:path w="817488" h="246125">
                <a:moveTo>
                  <a:pt x="123063" y="0"/>
                </a:moveTo>
                <a:lnTo>
                  <a:pt x="694425" y="0"/>
                </a:lnTo>
                <a:cubicBezTo>
                  <a:pt x="762346" y="0"/>
                  <a:pt x="817488" y="55143"/>
                  <a:pt x="817488" y="123063"/>
                </a:cubicBezTo>
                <a:lnTo>
                  <a:pt x="817488" y="123063"/>
                </a:lnTo>
                <a:cubicBezTo>
                  <a:pt x="817488" y="190983"/>
                  <a:pt x="762346" y="246125"/>
                  <a:pt x="694425" y="246125"/>
                </a:cubicBezTo>
                <a:lnTo>
                  <a:pt x="123063" y="246125"/>
                </a:lnTo>
                <a:cubicBezTo>
                  <a:pt x="55143" y="246125"/>
                  <a:pt x="0" y="190983"/>
                  <a:pt x="0" y="123063"/>
                </a:cubicBezTo>
                <a:lnTo>
                  <a:pt x="0" y="123063"/>
                </a:lnTo>
                <a:cubicBezTo>
                  <a:pt x="0" y="55143"/>
                  <a:pt x="55143" y="0"/>
                  <a:pt x="123063" y="0"/>
                </a:cubicBezTo>
                <a:close/>
              </a:path>
            </a:pathLst>
          </a:custGeom>
          <a:solidFill>
            <a:srgbClr val="38BDF8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03773" y="3023827"/>
            <a:ext cx="879019" cy="246125"/>
          </a:xfrm>
          <a:prstGeom prst="rect">
            <a:avLst/>
          </a:prstGeom>
          <a:noFill/>
          <a:ln/>
        </p:spPr>
        <p:txBody>
          <a:bodyPr wrap="square" lIns="105482" tIns="35161" rIns="105482" bIns="35161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0EA5E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Responsive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92901" y="3023827"/>
            <a:ext cx="931761" cy="246125"/>
          </a:xfrm>
          <a:custGeom>
            <a:avLst/>
            <a:gdLst/>
            <a:ahLst/>
            <a:cxnLst/>
            <a:rect l="l" t="t" r="r" b="b"/>
            <a:pathLst>
              <a:path w="931761" h="246125">
                <a:moveTo>
                  <a:pt x="123063" y="0"/>
                </a:moveTo>
                <a:lnTo>
                  <a:pt x="808698" y="0"/>
                </a:lnTo>
                <a:cubicBezTo>
                  <a:pt x="876618" y="0"/>
                  <a:pt x="931761" y="55143"/>
                  <a:pt x="931761" y="123063"/>
                </a:cubicBezTo>
                <a:lnTo>
                  <a:pt x="931761" y="123063"/>
                </a:lnTo>
                <a:cubicBezTo>
                  <a:pt x="931761" y="190983"/>
                  <a:pt x="876618" y="246125"/>
                  <a:pt x="808698" y="246125"/>
                </a:cubicBezTo>
                <a:lnTo>
                  <a:pt x="123063" y="246125"/>
                </a:lnTo>
                <a:cubicBezTo>
                  <a:pt x="55143" y="246125"/>
                  <a:pt x="0" y="190983"/>
                  <a:pt x="0" y="123063"/>
                </a:cubicBezTo>
                <a:lnTo>
                  <a:pt x="0" y="123063"/>
                </a:lnTo>
                <a:cubicBezTo>
                  <a:pt x="0" y="55143"/>
                  <a:pt x="55143" y="0"/>
                  <a:pt x="123063" y="0"/>
                </a:cubicBezTo>
                <a:close/>
              </a:path>
            </a:pathLst>
          </a:custGeom>
          <a:solidFill>
            <a:srgbClr val="38BDF8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192901" y="3023827"/>
            <a:ext cx="993292" cy="246125"/>
          </a:xfrm>
          <a:prstGeom prst="rect">
            <a:avLst/>
          </a:prstGeom>
          <a:noFill/>
          <a:ln/>
        </p:spPr>
        <p:txBody>
          <a:bodyPr wrap="square" lIns="105482" tIns="35161" rIns="105482" bIns="35161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0EA5E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Customizable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9188" y="3656721"/>
            <a:ext cx="5634515" cy="2144807"/>
          </a:xfrm>
          <a:custGeom>
            <a:avLst/>
            <a:gdLst/>
            <a:ahLst/>
            <a:cxnLst/>
            <a:rect l="l" t="t" r="r" b="b"/>
            <a:pathLst>
              <a:path w="5634515" h="2144807">
                <a:moveTo>
                  <a:pt x="35161" y="0"/>
                </a:moveTo>
                <a:lnTo>
                  <a:pt x="5493880" y="0"/>
                </a:lnTo>
                <a:cubicBezTo>
                  <a:pt x="5571550" y="0"/>
                  <a:pt x="5634515" y="62964"/>
                  <a:pt x="5634515" y="140635"/>
                </a:cubicBezTo>
                <a:lnTo>
                  <a:pt x="5634515" y="2004172"/>
                </a:lnTo>
                <a:cubicBezTo>
                  <a:pt x="5634515" y="2081843"/>
                  <a:pt x="5571550" y="2144807"/>
                  <a:pt x="5493880" y="2144807"/>
                </a:cubicBezTo>
                <a:lnTo>
                  <a:pt x="35161" y="2144807"/>
                </a:lnTo>
                <a:cubicBezTo>
                  <a:pt x="15742" y="2144807"/>
                  <a:pt x="0" y="2129065"/>
                  <a:pt x="0" y="2109647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853" dist="8790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69188" y="3656721"/>
            <a:ext cx="35161" cy="2144807"/>
          </a:xfrm>
          <a:custGeom>
            <a:avLst/>
            <a:gdLst/>
            <a:ahLst/>
            <a:cxnLst/>
            <a:rect l="l" t="t" r="r" b="b"/>
            <a:pathLst>
              <a:path w="35161" h="2144807">
                <a:moveTo>
                  <a:pt x="35161" y="0"/>
                </a:moveTo>
                <a:lnTo>
                  <a:pt x="35161" y="0"/>
                </a:lnTo>
                <a:lnTo>
                  <a:pt x="35161" y="2144807"/>
                </a:lnTo>
                <a:lnTo>
                  <a:pt x="35161" y="2144807"/>
                </a:lnTo>
                <a:cubicBezTo>
                  <a:pt x="15742" y="2144807"/>
                  <a:pt x="0" y="2129065"/>
                  <a:pt x="0" y="2109647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68A0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97733" y="3867686"/>
            <a:ext cx="703216" cy="703216"/>
          </a:xfrm>
          <a:custGeom>
            <a:avLst/>
            <a:gdLst/>
            <a:ahLst/>
            <a:cxnLst/>
            <a:rect l="l" t="t" r="r" b="b"/>
            <a:pathLst>
              <a:path w="703216" h="703216">
                <a:moveTo>
                  <a:pt x="105482" y="0"/>
                </a:moveTo>
                <a:lnTo>
                  <a:pt x="597733" y="0"/>
                </a:lnTo>
                <a:cubicBezTo>
                  <a:pt x="655951" y="0"/>
                  <a:pt x="703216" y="47265"/>
                  <a:pt x="703216" y="105482"/>
                </a:cubicBezTo>
                <a:lnTo>
                  <a:pt x="703216" y="597733"/>
                </a:lnTo>
                <a:cubicBezTo>
                  <a:pt x="703216" y="655951"/>
                  <a:pt x="655951" y="703216"/>
                  <a:pt x="597733" y="703216"/>
                </a:cubicBezTo>
                <a:lnTo>
                  <a:pt x="105482" y="703216"/>
                </a:lnTo>
                <a:cubicBezTo>
                  <a:pt x="47265" y="703216"/>
                  <a:pt x="0" y="655951"/>
                  <a:pt x="0" y="597733"/>
                </a:cubicBezTo>
                <a:lnTo>
                  <a:pt x="0" y="105482"/>
                </a:lnTo>
                <a:cubicBezTo>
                  <a:pt x="0" y="47265"/>
                  <a:pt x="47265" y="0"/>
                  <a:pt x="105482" y="0"/>
                </a:cubicBezTo>
                <a:close/>
              </a:path>
            </a:pathLst>
          </a:custGeom>
          <a:gradFill flip="none" rotWithShape="1">
            <a:gsLst>
              <a:gs pos="0">
                <a:srgbClr val="68A063"/>
              </a:gs>
              <a:gs pos="100000">
                <a:srgbClr val="3C873A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51562" y="4061070"/>
            <a:ext cx="395559" cy="316447"/>
          </a:xfrm>
          <a:custGeom>
            <a:avLst/>
            <a:gdLst/>
            <a:ahLst/>
            <a:cxnLst/>
            <a:rect l="l" t="t" r="r" b="b"/>
            <a:pathLst>
              <a:path w="395559" h="316447">
                <a:moveTo>
                  <a:pt x="195493" y="279363"/>
                </a:moveTo>
                <a:cubicBezTo>
                  <a:pt x="194195" y="279363"/>
                  <a:pt x="192897" y="278993"/>
                  <a:pt x="191722" y="278374"/>
                </a:cubicBezTo>
                <a:lnTo>
                  <a:pt x="179856" y="271329"/>
                </a:lnTo>
                <a:cubicBezTo>
                  <a:pt x="178063" y="270340"/>
                  <a:pt x="178929" y="269969"/>
                  <a:pt x="179547" y="269783"/>
                </a:cubicBezTo>
                <a:cubicBezTo>
                  <a:pt x="181895" y="268980"/>
                  <a:pt x="182390" y="268795"/>
                  <a:pt x="184924" y="267311"/>
                </a:cubicBezTo>
                <a:cubicBezTo>
                  <a:pt x="185171" y="267188"/>
                  <a:pt x="185542" y="267249"/>
                  <a:pt x="185789" y="267373"/>
                </a:cubicBezTo>
                <a:lnTo>
                  <a:pt x="194936" y="272812"/>
                </a:lnTo>
                <a:cubicBezTo>
                  <a:pt x="195245" y="272997"/>
                  <a:pt x="195740" y="272997"/>
                  <a:pt x="196049" y="272812"/>
                </a:cubicBezTo>
                <a:lnTo>
                  <a:pt x="231773" y="252169"/>
                </a:lnTo>
                <a:cubicBezTo>
                  <a:pt x="232082" y="251983"/>
                  <a:pt x="232329" y="251612"/>
                  <a:pt x="232329" y="251180"/>
                </a:cubicBezTo>
                <a:lnTo>
                  <a:pt x="232329" y="209955"/>
                </a:lnTo>
                <a:cubicBezTo>
                  <a:pt x="232329" y="209523"/>
                  <a:pt x="232144" y="209152"/>
                  <a:pt x="231773" y="208966"/>
                </a:cubicBezTo>
                <a:lnTo>
                  <a:pt x="196049" y="188385"/>
                </a:lnTo>
                <a:cubicBezTo>
                  <a:pt x="195740" y="188199"/>
                  <a:pt x="195307" y="188199"/>
                  <a:pt x="194936" y="188385"/>
                </a:cubicBezTo>
                <a:lnTo>
                  <a:pt x="159212" y="208966"/>
                </a:lnTo>
                <a:cubicBezTo>
                  <a:pt x="158842" y="209152"/>
                  <a:pt x="158656" y="209584"/>
                  <a:pt x="158656" y="209955"/>
                </a:cubicBezTo>
                <a:lnTo>
                  <a:pt x="158656" y="251180"/>
                </a:lnTo>
                <a:cubicBezTo>
                  <a:pt x="158656" y="251551"/>
                  <a:pt x="158903" y="251921"/>
                  <a:pt x="159212" y="252107"/>
                </a:cubicBezTo>
                <a:lnTo>
                  <a:pt x="168978" y="257731"/>
                </a:lnTo>
                <a:cubicBezTo>
                  <a:pt x="174293" y="260389"/>
                  <a:pt x="177569" y="257237"/>
                  <a:pt x="177569" y="254147"/>
                </a:cubicBezTo>
                <a:lnTo>
                  <a:pt x="177569" y="213416"/>
                </a:lnTo>
                <a:cubicBezTo>
                  <a:pt x="177569" y="212860"/>
                  <a:pt x="178001" y="212366"/>
                  <a:pt x="178620" y="212366"/>
                </a:cubicBezTo>
                <a:lnTo>
                  <a:pt x="183131" y="212366"/>
                </a:lnTo>
                <a:cubicBezTo>
                  <a:pt x="183688" y="212366"/>
                  <a:pt x="184182" y="212798"/>
                  <a:pt x="184182" y="213416"/>
                </a:cubicBezTo>
                <a:lnTo>
                  <a:pt x="184182" y="254147"/>
                </a:lnTo>
                <a:cubicBezTo>
                  <a:pt x="184182" y="261254"/>
                  <a:pt x="180350" y="265272"/>
                  <a:pt x="173613" y="265272"/>
                </a:cubicBezTo>
                <a:cubicBezTo>
                  <a:pt x="171574" y="265272"/>
                  <a:pt x="169905" y="265272"/>
                  <a:pt x="165393" y="263047"/>
                </a:cubicBezTo>
                <a:lnTo>
                  <a:pt x="155998" y="257669"/>
                </a:lnTo>
                <a:cubicBezTo>
                  <a:pt x="153712" y="256310"/>
                  <a:pt x="152228" y="253837"/>
                  <a:pt x="152228" y="251180"/>
                </a:cubicBezTo>
                <a:lnTo>
                  <a:pt x="152228" y="209955"/>
                </a:lnTo>
                <a:cubicBezTo>
                  <a:pt x="152228" y="207298"/>
                  <a:pt x="153650" y="204763"/>
                  <a:pt x="155998" y="203466"/>
                </a:cubicBezTo>
                <a:lnTo>
                  <a:pt x="191722" y="182822"/>
                </a:lnTo>
                <a:cubicBezTo>
                  <a:pt x="194009" y="181524"/>
                  <a:pt x="196976" y="181524"/>
                  <a:pt x="199201" y="182822"/>
                </a:cubicBezTo>
                <a:lnTo>
                  <a:pt x="234925" y="203466"/>
                </a:lnTo>
                <a:cubicBezTo>
                  <a:pt x="237212" y="204825"/>
                  <a:pt x="238695" y="207298"/>
                  <a:pt x="238695" y="209955"/>
                </a:cubicBezTo>
                <a:lnTo>
                  <a:pt x="238695" y="251180"/>
                </a:lnTo>
                <a:cubicBezTo>
                  <a:pt x="238695" y="253837"/>
                  <a:pt x="237273" y="256372"/>
                  <a:pt x="234925" y="257669"/>
                </a:cubicBezTo>
                <a:lnTo>
                  <a:pt x="199201" y="278313"/>
                </a:lnTo>
                <a:cubicBezTo>
                  <a:pt x="198150" y="278993"/>
                  <a:pt x="196852" y="279363"/>
                  <a:pt x="195493" y="279363"/>
                </a:cubicBezTo>
                <a:close/>
                <a:moveTo>
                  <a:pt x="224356" y="238695"/>
                </a:moveTo>
                <a:cubicBezTo>
                  <a:pt x="224356" y="230969"/>
                  <a:pt x="219164" y="228930"/>
                  <a:pt x="208163" y="227446"/>
                </a:cubicBezTo>
                <a:cubicBezTo>
                  <a:pt x="197038" y="225963"/>
                  <a:pt x="195925" y="225221"/>
                  <a:pt x="195925" y="222625"/>
                </a:cubicBezTo>
                <a:cubicBezTo>
                  <a:pt x="195925" y="220462"/>
                  <a:pt x="196852" y="217619"/>
                  <a:pt x="205072" y="217619"/>
                </a:cubicBezTo>
                <a:cubicBezTo>
                  <a:pt x="212427" y="217619"/>
                  <a:pt x="215147" y="219226"/>
                  <a:pt x="216259" y="224171"/>
                </a:cubicBezTo>
                <a:cubicBezTo>
                  <a:pt x="216383" y="224665"/>
                  <a:pt x="216754" y="224974"/>
                  <a:pt x="217248" y="224974"/>
                </a:cubicBezTo>
                <a:lnTo>
                  <a:pt x="221884" y="224974"/>
                </a:lnTo>
                <a:cubicBezTo>
                  <a:pt x="222193" y="224974"/>
                  <a:pt x="222440" y="224850"/>
                  <a:pt x="222625" y="224665"/>
                </a:cubicBezTo>
                <a:cubicBezTo>
                  <a:pt x="222811" y="224418"/>
                  <a:pt x="222934" y="224171"/>
                  <a:pt x="222873" y="223862"/>
                </a:cubicBezTo>
                <a:cubicBezTo>
                  <a:pt x="222131" y="215332"/>
                  <a:pt x="216507" y="211377"/>
                  <a:pt x="205072" y="211377"/>
                </a:cubicBezTo>
                <a:cubicBezTo>
                  <a:pt x="194874" y="211377"/>
                  <a:pt x="188818" y="215703"/>
                  <a:pt x="188818" y="222873"/>
                </a:cubicBezTo>
                <a:cubicBezTo>
                  <a:pt x="188818" y="230722"/>
                  <a:pt x="194874" y="232823"/>
                  <a:pt x="204640" y="233812"/>
                </a:cubicBezTo>
                <a:cubicBezTo>
                  <a:pt x="216321" y="234987"/>
                  <a:pt x="217248" y="236655"/>
                  <a:pt x="217248" y="238942"/>
                </a:cubicBezTo>
                <a:cubicBezTo>
                  <a:pt x="217248" y="242960"/>
                  <a:pt x="214034" y="244628"/>
                  <a:pt x="206494" y="244628"/>
                </a:cubicBezTo>
                <a:cubicBezTo>
                  <a:pt x="197038" y="244628"/>
                  <a:pt x="194936" y="242280"/>
                  <a:pt x="194256" y="237582"/>
                </a:cubicBezTo>
                <a:cubicBezTo>
                  <a:pt x="194195" y="237088"/>
                  <a:pt x="193762" y="236717"/>
                  <a:pt x="193206" y="236717"/>
                </a:cubicBezTo>
                <a:lnTo>
                  <a:pt x="188570" y="236717"/>
                </a:lnTo>
                <a:cubicBezTo>
                  <a:pt x="188014" y="236717"/>
                  <a:pt x="187520" y="237150"/>
                  <a:pt x="187520" y="237768"/>
                </a:cubicBezTo>
                <a:cubicBezTo>
                  <a:pt x="187520" y="243763"/>
                  <a:pt x="190795" y="250933"/>
                  <a:pt x="206432" y="250933"/>
                </a:cubicBezTo>
                <a:cubicBezTo>
                  <a:pt x="217866" y="250933"/>
                  <a:pt x="224356" y="246483"/>
                  <a:pt x="224356" y="238695"/>
                </a:cubicBezTo>
                <a:close/>
                <a:moveTo>
                  <a:pt x="258040" y="207730"/>
                </a:moveTo>
                <a:cubicBezTo>
                  <a:pt x="258040" y="211500"/>
                  <a:pt x="254950" y="214591"/>
                  <a:pt x="251180" y="214591"/>
                </a:cubicBezTo>
                <a:cubicBezTo>
                  <a:pt x="247410" y="214591"/>
                  <a:pt x="244319" y="211500"/>
                  <a:pt x="244319" y="207730"/>
                </a:cubicBezTo>
                <a:cubicBezTo>
                  <a:pt x="244319" y="203836"/>
                  <a:pt x="247533" y="200870"/>
                  <a:pt x="251180" y="200870"/>
                </a:cubicBezTo>
                <a:cubicBezTo>
                  <a:pt x="254888" y="200808"/>
                  <a:pt x="258040" y="203836"/>
                  <a:pt x="258040" y="207730"/>
                </a:cubicBezTo>
                <a:close/>
                <a:moveTo>
                  <a:pt x="256928" y="207730"/>
                </a:moveTo>
                <a:cubicBezTo>
                  <a:pt x="256928" y="204516"/>
                  <a:pt x="254332" y="201982"/>
                  <a:pt x="251118" y="201982"/>
                </a:cubicBezTo>
                <a:cubicBezTo>
                  <a:pt x="247966" y="201982"/>
                  <a:pt x="245370" y="204516"/>
                  <a:pt x="245370" y="207730"/>
                </a:cubicBezTo>
                <a:cubicBezTo>
                  <a:pt x="245370" y="210944"/>
                  <a:pt x="247966" y="213540"/>
                  <a:pt x="251118" y="213540"/>
                </a:cubicBezTo>
                <a:cubicBezTo>
                  <a:pt x="254332" y="213478"/>
                  <a:pt x="256928" y="210882"/>
                  <a:pt x="256928" y="207730"/>
                </a:cubicBezTo>
                <a:close/>
                <a:moveTo>
                  <a:pt x="254147" y="211562"/>
                </a:moveTo>
                <a:lnTo>
                  <a:pt x="252540" y="211562"/>
                </a:lnTo>
                <a:cubicBezTo>
                  <a:pt x="252478" y="211191"/>
                  <a:pt x="252231" y="209214"/>
                  <a:pt x="252231" y="209152"/>
                </a:cubicBezTo>
                <a:cubicBezTo>
                  <a:pt x="252107" y="208719"/>
                  <a:pt x="251983" y="208472"/>
                  <a:pt x="251427" y="208472"/>
                </a:cubicBezTo>
                <a:lnTo>
                  <a:pt x="250067" y="208472"/>
                </a:lnTo>
                <a:lnTo>
                  <a:pt x="250067" y="211562"/>
                </a:lnTo>
                <a:lnTo>
                  <a:pt x="248584" y="211562"/>
                </a:lnTo>
                <a:lnTo>
                  <a:pt x="248584" y="203836"/>
                </a:lnTo>
                <a:lnTo>
                  <a:pt x="251242" y="203836"/>
                </a:lnTo>
                <a:cubicBezTo>
                  <a:pt x="252169" y="203836"/>
                  <a:pt x="253961" y="203836"/>
                  <a:pt x="253961" y="205876"/>
                </a:cubicBezTo>
                <a:cubicBezTo>
                  <a:pt x="253961" y="207298"/>
                  <a:pt x="253034" y="207607"/>
                  <a:pt x="252478" y="207792"/>
                </a:cubicBezTo>
                <a:cubicBezTo>
                  <a:pt x="253528" y="207854"/>
                  <a:pt x="253590" y="208534"/>
                  <a:pt x="253776" y="209523"/>
                </a:cubicBezTo>
                <a:cubicBezTo>
                  <a:pt x="253837" y="210141"/>
                  <a:pt x="253961" y="211191"/>
                  <a:pt x="254147" y="211562"/>
                </a:cubicBezTo>
                <a:close/>
                <a:moveTo>
                  <a:pt x="252416" y="206123"/>
                </a:moveTo>
                <a:cubicBezTo>
                  <a:pt x="252416" y="205072"/>
                  <a:pt x="251674" y="205072"/>
                  <a:pt x="251303" y="205072"/>
                </a:cubicBezTo>
                <a:lnTo>
                  <a:pt x="250067" y="205072"/>
                </a:lnTo>
                <a:lnTo>
                  <a:pt x="250067" y="207236"/>
                </a:lnTo>
                <a:lnTo>
                  <a:pt x="251242" y="207236"/>
                </a:lnTo>
                <a:cubicBezTo>
                  <a:pt x="252231" y="207236"/>
                  <a:pt x="252416" y="206556"/>
                  <a:pt x="252416" y="206123"/>
                </a:cubicBezTo>
                <a:close/>
                <a:moveTo>
                  <a:pt x="84860" y="118050"/>
                </a:moveTo>
                <a:cubicBezTo>
                  <a:pt x="84860" y="116381"/>
                  <a:pt x="83994" y="114897"/>
                  <a:pt x="82573" y="114094"/>
                </a:cubicBezTo>
                <a:lnTo>
                  <a:pt x="44686" y="92276"/>
                </a:lnTo>
                <a:cubicBezTo>
                  <a:pt x="44068" y="91906"/>
                  <a:pt x="43326" y="91720"/>
                  <a:pt x="42584" y="91658"/>
                </a:cubicBezTo>
                <a:lnTo>
                  <a:pt x="42214" y="91658"/>
                </a:lnTo>
                <a:cubicBezTo>
                  <a:pt x="41472" y="91658"/>
                  <a:pt x="40792" y="91906"/>
                  <a:pt x="40112" y="92276"/>
                </a:cubicBezTo>
                <a:lnTo>
                  <a:pt x="2287" y="114094"/>
                </a:lnTo>
                <a:cubicBezTo>
                  <a:pt x="865" y="114897"/>
                  <a:pt x="0" y="116443"/>
                  <a:pt x="0" y="118050"/>
                </a:cubicBezTo>
                <a:lnTo>
                  <a:pt x="62" y="176765"/>
                </a:lnTo>
                <a:cubicBezTo>
                  <a:pt x="62" y="177569"/>
                  <a:pt x="494" y="178310"/>
                  <a:pt x="1174" y="178743"/>
                </a:cubicBezTo>
                <a:cubicBezTo>
                  <a:pt x="1854" y="179176"/>
                  <a:pt x="2719" y="179176"/>
                  <a:pt x="3461" y="178743"/>
                </a:cubicBezTo>
                <a:lnTo>
                  <a:pt x="25959" y="165826"/>
                </a:lnTo>
                <a:cubicBezTo>
                  <a:pt x="27380" y="164960"/>
                  <a:pt x="28245" y="163477"/>
                  <a:pt x="28245" y="161870"/>
                </a:cubicBezTo>
                <a:lnTo>
                  <a:pt x="28245" y="134428"/>
                </a:lnTo>
                <a:cubicBezTo>
                  <a:pt x="28245" y="132821"/>
                  <a:pt x="29111" y="131276"/>
                  <a:pt x="30532" y="130473"/>
                </a:cubicBezTo>
                <a:lnTo>
                  <a:pt x="40112" y="124972"/>
                </a:lnTo>
                <a:cubicBezTo>
                  <a:pt x="40854" y="124539"/>
                  <a:pt x="41595" y="124354"/>
                  <a:pt x="42399" y="124354"/>
                </a:cubicBezTo>
                <a:cubicBezTo>
                  <a:pt x="43202" y="124354"/>
                  <a:pt x="44006" y="124539"/>
                  <a:pt x="44686" y="124972"/>
                </a:cubicBezTo>
                <a:lnTo>
                  <a:pt x="54266" y="130473"/>
                </a:lnTo>
                <a:cubicBezTo>
                  <a:pt x="55687" y="131276"/>
                  <a:pt x="56553" y="132821"/>
                  <a:pt x="56553" y="134428"/>
                </a:cubicBezTo>
                <a:lnTo>
                  <a:pt x="56553" y="161870"/>
                </a:lnTo>
                <a:cubicBezTo>
                  <a:pt x="56553" y="163477"/>
                  <a:pt x="57418" y="165022"/>
                  <a:pt x="58839" y="165826"/>
                </a:cubicBezTo>
                <a:lnTo>
                  <a:pt x="81337" y="178743"/>
                </a:lnTo>
                <a:cubicBezTo>
                  <a:pt x="82017" y="179176"/>
                  <a:pt x="82944" y="179176"/>
                  <a:pt x="83624" y="178743"/>
                </a:cubicBezTo>
                <a:cubicBezTo>
                  <a:pt x="84303" y="178372"/>
                  <a:pt x="84736" y="177569"/>
                  <a:pt x="84736" y="176765"/>
                </a:cubicBezTo>
                <a:lnTo>
                  <a:pt x="84860" y="118050"/>
                </a:lnTo>
                <a:close/>
                <a:moveTo>
                  <a:pt x="292034" y="53957"/>
                </a:moveTo>
                <a:lnTo>
                  <a:pt x="292034" y="162983"/>
                </a:lnTo>
                <a:cubicBezTo>
                  <a:pt x="292034" y="164590"/>
                  <a:pt x="291168" y="166135"/>
                  <a:pt x="289747" y="166938"/>
                </a:cubicBezTo>
                <a:lnTo>
                  <a:pt x="251860" y="188818"/>
                </a:lnTo>
                <a:cubicBezTo>
                  <a:pt x="250438" y="189621"/>
                  <a:pt x="248708" y="189621"/>
                  <a:pt x="247286" y="188818"/>
                </a:cubicBezTo>
                <a:lnTo>
                  <a:pt x="209399" y="166938"/>
                </a:lnTo>
                <a:cubicBezTo>
                  <a:pt x="207977" y="166135"/>
                  <a:pt x="207112" y="164590"/>
                  <a:pt x="207112" y="162983"/>
                </a:cubicBezTo>
                <a:lnTo>
                  <a:pt x="207112" y="119224"/>
                </a:lnTo>
                <a:cubicBezTo>
                  <a:pt x="207112" y="117617"/>
                  <a:pt x="207977" y="116072"/>
                  <a:pt x="209399" y="115268"/>
                </a:cubicBezTo>
                <a:lnTo>
                  <a:pt x="247286" y="93389"/>
                </a:lnTo>
                <a:cubicBezTo>
                  <a:pt x="248708" y="92585"/>
                  <a:pt x="250438" y="92585"/>
                  <a:pt x="251860" y="93389"/>
                </a:cubicBezTo>
                <a:lnTo>
                  <a:pt x="261316" y="98828"/>
                </a:lnTo>
                <a:cubicBezTo>
                  <a:pt x="262367" y="99446"/>
                  <a:pt x="263726" y="98642"/>
                  <a:pt x="263726" y="97468"/>
                </a:cubicBezTo>
                <a:lnTo>
                  <a:pt x="263726" y="39370"/>
                </a:lnTo>
                <a:cubicBezTo>
                  <a:pt x="263726" y="37640"/>
                  <a:pt x="265581" y="36527"/>
                  <a:pt x="267126" y="37393"/>
                </a:cubicBezTo>
                <a:lnTo>
                  <a:pt x="289685" y="50001"/>
                </a:lnTo>
                <a:cubicBezTo>
                  <a:pt x="291107" y="50743"/>
                  <a:pt x="292034" y="52288"/>
                  <a:pt x="292034" y="53957"/>
                </a:cubicBezTo>
                <a:close/>
                <a:moveTo>
                  <a:pt x="263603" y="133625"/>
                </a:moveTo>
                <a:cubicBezTo>
                  <a:pt x="263603" y="133192"/>
                  <a:pt x="263356" y="132821"/>
                  <a:pt x="263047" y="132636"/>
                </a:cubicBezTo>
                <a:lnTo>
                  <a:pt x="250067" y="125095"/>
                </a:lnTo>
                <a:cubicBezTo>
                  <a:pt x="249696" y="124910"/>
                  <a:pt x="249264" y="124910"/>
                  <a:pt x="248893" y="125095"/>
                </a:cubicBezTo>
                <a:lnTo>
                  <a:pt x="235914" y="132636"/>
                </a:lnTo>
                <a:cubicBezTo>
                  <a:pt x="235543" y="132821"/>
                  <a:pt x="235357" y="133192"/>
                  <a:pt x="235357" y="133625"/>
                </a:cubicBezTo>
                <a:lnTo>
                  <a:pt x="235357" y="148644"/>
                </a:lnTo>
                <a:cubicBezTo>
                  <a:pt x="235357" y="149076"/>
                  <a:pt x="235605" y="149447"/>
                  <a:pt x="235914" y="149632"/>
                </a:cubicBezTo>
                <a:lnTo>
                  <a:pt x="248893" y="157111"/>
                </a:lnTo>
                <a:cubicBezTo>
                  <a:pt x="249264" y="157296"/>
                  <a:pt x="249696" y="157296"/>
                  <a:pt x="250005" y="157111"/>
                </a:cubicBezTo>
                <a:lnTo>
                  <a:pt x="262985" y="149632"/>
                </a:lnTo>
                <a:cubicBezTo>
                  <a:pt x="263356" y="149447"/>
                  <a:pt x="263541" y="149076"/>
                  <a:pt x="263541" y="148644"/>
                </a:cubicBezTo>
                <a:lnTo>
                  <a:pt x="263541" y="133625"/>
                </a:lnTo>
                <a:lnTo>
                  <a:pt x="263603" y="133625"/>
                </a:lnTo>
                <a:close/>
                <a:moveTo>
                  <a:pt x="393272" y="133192"/>
                </a:moveTo>
                <a:cubicBezTo>
                  <a:pt x="394693" y="132389"/>
                  <a:pt x="395559" y="130843"/>
                  <a:pt x="395559" y="129236"/>
                </a:cubicBezTo>
                <a:lnTo>
                  <a:pt x="395559" y="118668"/>
                </a:lnTo>
                <a:cubicBezTo>
                  <a:pt x="395559" y="117061"/>
                  <a:pt x="394693" y="115516"/>
                  <a:pt x="393272" y="114712"/>
                </a:cubicBezTo>
                <a:lnTo>
                  <a:pt x="355632" y="92833"/>
                </a:lnTo>
                <a:cubicBezTo>
                  <a:pt x="354211" y="92029"/>
                  <a:pt x="352480" y="92029"/>
                  <a:pt x="351058" y="92833"/>
                </a:cubicBezTo>
                <a:lnTo>
                  <a:pt x="313171" y="114712"/>
                </a:lnTo>
                <a:cubicBezTo>
                  <a:pt x="311750" y="115516"/>
                  <a:pt x="310884" y="117061"/>
                  <a:pt x="310884" y="118668"/>
                </a:cubicBezTo>
                <a:lnTo>
                  <a:pt x="310884" y="162426"/>
                </a:lnTo>
                <a:cubicBezTo>
                  <a:pt x="310884" y="164095"/>
                  <a:pt x="311750" y="165578"/>
                  <a:pt x="313171" y="166382"/>
                </a:cubicBezTo>
                <a:lnTo>
                  <a:pt x="350811" y="187829"/>
                </a:lnTo>
                <a:cubicBezTo>
                  <a:pt x="352171" y="188632"/>
                  <a:pt x="353901" y="188632"/>
                  <a:pt x="355323" y="187829"/>
                </a:cubicBezTo>
                <a:lnTo>
                  <a:pt x="378068" y="175158"/>
                </a:lnTo>
                <a:cubicBezTo>
                  <a:pt x="379613" y="174293"/>
                  <a:pt x="379613" y="172068"/>
                  <a:pt x="378068" y="171203"/>
                </a:cubicBezTo>
                <a:lnTo>
                  <a:pt x="339933" y="149323"/>
                </a:lnTo>
                <a:cubicBezTo>
                  <a:pt x="339192" y="148891"/>
                  <a:pt x="338759" y="148149"/>
                  <a:pt x="338759" y="147346"/>
                </a:cubicBezTo>
                <a:lnTo>
                  <a:pt x="338759" y="133625"/>
                </a:lnTo>
                <a:cubicBezTo>
                  <a:pt x="338759" y="132821"/>
                  <a:pt x="339192" y="132080"/>
                  <a:pt x="339933" y="131647"/>
                </a:cubicBezTo>
                <a:lnTo>
                  <a:pt x="351800" y="124786"/>
                </a:lnTo>
                <a:cubicBezTo>
                  <a:pt x="352480" y="124354"/>
                  <a:pt x="353407" y="124354"/>
                  <a:pt x="354087" y="124786"/>
                </a:cubicBezTo>
                <a:lnTo>
                  <a:pt x="365954" y="131647"/>
                </a:lnTo>
                <a:cubicBezTo>
                  <a:pt x="366634" y="132080"/>
                  <a:pt x="367128" y="132821"/>
                  <a:pt x="367128" y="133625"/>
                </a:cubicBezTo>
                <a:lnTo>
                  <a:pt x="367128" y="144379"/>
                </a:lnTo>
                <a:cubicBezTo>
                  <a:pt x="367128" y="146110"/>
                  <a:pt x="369044" y="147222"/>
                  <a:pt x="370589" y="146357"/>
                </a:cubicBezTo>
                <a:lnTo>
                  <a:pt x="393272" y="133192"/>
                </a:lnTo>
                <a:close/>
                <a:moveTo>
                  <a:pt x="345496" y="135355"/>
                </a:moveTo>
                <a:cubicBezTo>
                  <a:pt x="345249" y="135541"/>
                  <a:pt x="345063" y="135788"/>
                  <a:pt x="345063" y="136097"/>
                </a:cubicBezTo>
                <a:lnTo>
                  <a:pt x="345063" y="144503"/>
                </a:lnTo>
                <a:cubicBezTo>
                  <a:pt x="345063" y="144812"/>
                  <a:pt x="345249" y="145121"/>
                  <a:pt x="345496" y="145244"/>
                </a:cubicBezTo>
                <a:lnTo>
                  <a:pt x="352789" y="149447"/>
                </a:lnTo>
                <a:cubicBezTo>
                  <a:pt x="353036" y="149632"/>
                  <a:pt x="353407" y="149632"/>
                  <a:pt x="353654" y="149447"/>
                </a:cubicBezTo>
                <a:lnTo>
                  <a:pt x="360947" y="145244"/>
                </a:lnTo>
                <a:cubicBezTo>
                  <a:pt x="361195" y="145059"/>
                  <a:pt x="361380" y="144812"/>
                  <a:pt x="361380" y="144503"/>
                </a:cubicBezTo>
                <a:lnTo>
                  <a:pt x="361380" y="136097"/>
                </a:lnTo>
                <a:cubicBezTo>
                  <a:pt x="361380" y="135788"/>
                  <a:pt x="361195" y="135479"/>
                  <a:pt x="360947" y="135355"/>
                </a:cubicBezTo>
                <a:lnTo>
                  <a:pt x="353654" y="131152"/>
                </a:lnTo>
                <a:cubicBezTo>
                  <a:pt x="353407" y="130967"/>
                  <a:pt x="353036" y="130967"/>
                  <a:pt x="352789" y="131152"/>
                </a:cubicBezTo>
                <a:lnTo>
                  <a:pt x="345496" y="135355"/>
                </a:lnTo>
                <a:close/>
                <a:moveTo>
                  <a:pt x="188385" y="162241"/>
                </a:moveTo>
                <a:lnTo>
                  <a:pt x="188385" y="118729"/>
                </a:lnTo>
                <a:cubicBezTo>
                  <a:pt x="188385" y="117122"/>
                  <a:pt x="187396" y="115577"/>
                  <a:pt x="185974" y="114774"/>
                </a:cubicBezTo>
                <a:lnTo>
                  <a:pt x="148211" y="93018"/>
                </a:lnTo>
                <a:cubicBezTo>
                  <a:pt x="146913" y="92276"/>
                  <a:pt x="145121" y="92153"/>
                  <a:pt x="143637" y="93018"/>
                </a:cubicBezTo>
                <a:lnTo>
                  <a:pt x="105874" y="114774"/>
                </a:lnTo>
                <a:cubicBezTo>
                  <a:pt x="104452" y="115577"/>
                  <a:pt x="103463" y="117061"/>
                  <a:pt x="103463" y="118729"/>
                </a:cubicBezTo>
                <a:lnTo>
                  <a:pt x="103463" y="162241"/>
                </a:lnTo>
                <a:cubicBezTo>
                  <a:pt x="103463" y="163971"/>
                  <a:pt x="104638" y="165455"/>
                  <a:pt x="105936" y="166196"/>
                </a:cubicBezTo>
                <a:lnTo>
                  <a:pt x="143761" y="187952"/>
                </a:lnTo>
                <a:cubicBezTo>
                  <a:pt x="145244" y="188818"/>
                  <a:pt x="146975" y="188756"/>
                  <a:pt x="148335" y="187952"/>
                </a:cubicBezTo>
                <a:lnTo>
                  <a:pt x="186036" y="166196"/>
                </a:lnTo>
                <a:cubicBezTo>
                  <a:pt x="187149" y="165578"/>
                  <a:pt x="187952" y="164528"/>
                  <a:pt x="188261" y="163292"/>
                </a:cubicBezTo>
                <a:cubicBezTo>
                  <a:pt x="188323" y="162983"/>
                  <a:pt x="188385" y="162612"/>
                  <a:pt x="188385" y="162241"/>
                </a:cubicBezTo>
                <a:close/>
                <a:moveTo>
                  <a:pt x="142463" y="85045"/>
                </a:moveTo>
                <a:lnTo>
                  <a:pt x="141969" y="85354"/>
                </a:lnTo>
                <a:lnTo>
                  <a:pt x="142648" y="85354"/>
                </a:lnTo>
                <a:lnTo>
                  <a:pt x="142463" y="85045"/>
                </a:lnTo>
                <a:close/>
                <a:moveTo>
                  <a:pt x="189559" y="165517"/>
                </a:moveTo>
                <a:lnTo>
                  <a:pt x="189312" y="165084"/>
                </a:lnTo>
                <a:lnTo>
                  <a:pt x="189312" y="165640"/>
                </a:lnTo>
                <a:lnTo>
                  <a:pt x="189559" y="165517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441592" y="3973168"/>
            <a:ext cx="1160306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1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Node.js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441592" y="4254347"/>
            <a:ext cx="1125145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 Runtime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97733" y="4746705"/>
            <a:ext cx="5265327" cy="457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7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JavaScript runtime environment for building scalable, event-driven server-side applications with non-blocking I/O.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97733" y="5344438"/>
            <a:ext cx="922970" cy="246125"/>
          </a:xfrm>
          <a:custGeom>
            <a:avLst/>
            <a:gdLst/>
            <a:ahLst/>
            <a:cxnLst/>
            <a:rect l="l" t="t" r="r" b="b"/>
            <a:pathLst>
              <a:path w="922970" h="246125">
                <a:moveTo>
                  <a:pt x="123063" y="0"/>
                </a:moveTo>
                <a:lnTo>
                  <a:pt x="799908" y="0"/>
                </a:lnTo>
                <a:cubicBezTo>
                  <a:pt x="867828" y="0"/>
                  <a:pt x="922970" y="55143"/>
                  <a:pt x="922970" y="123063"/>
                </a:cubicBezTo>
                <a:lnTo>
                  <a:pt x="922970" y="123063"/>
                </a:lnTo>
                <a:cubicBezTo>
                  <a:pt x="922970" y="190983"/>
                  <a:pt x="867828" y="246125"/>
                  <a:pt x="799908" y="246125"/>
                </a:cubicBezTo>
                <a:lnTo>
                  <a:pt x="123063" y="246125"/>
                </a:lnTo>
                <a:cubicBezTo>
                  <a:pt x="55143" y="246125"/>
                  <a:pt x="0" y="190983"/>
                  <a:pt x="0" y="123063"/>
                </a:cubicBezTo>
                <a:lnTo>
                  <a:pt x="0" y="123063"/>
                </a:lnTo>
                <a:cubicBezTo>
                  <a:pt x="0" y="55143"/>
                  <a:pt x="55143" y="0"/>
                  <a:pt x="123063" y="0"/>
                </a:cubicBezTo>
                <a:close/>
              </a:path>
            </a:pathLst>
          </a:custGeom>
          <a:solidFill>
            <a:srgbClr val="68A063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97733" y="5344438"/>
            <a:ext cx="984502" cy="246125"/>
          </a:xfrm>
          <a:prstGeom prst="rect">
            <a:avLst/>
          </a:prstGeom>
          <a:noFill/>
          <a:ln/>
        </p:spPr>
        <p:txBody>
          <a:bodyPr wrap="square" lIns="105482" tIns="35161" rIns="105482" bIns="35161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3C87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Event-Driven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589597" y="5344438"/>
            <a:ext cx="940551" cy="246125"/>
          </a:xfrm>
          <a:custGeom>
            <a:avLst/>
            <a:gdLst/>
            <a:ahLst/>
            <a:cxnLst/>
            <a:rect l="l" t="t" r="r" b="b"/>
            <a:pathLst>
              <a:path w="940551" h="246125">
                <a:moveTo>
                  <a:pt x="123063" y="0"/>
                </a:moveTo>
                <a:lnTo>
                  <a:pt x="817488" y="0"/>
                </a:lnTo>
                <a:cubicBezTo>
                  <a:pt x="885454" y="0"/>
                  <a:pt x="940551" y="55097"/>
                  <a:pt x="940551" y="123063"/>
                </a:cubicBezTo>
                <a:lnTo>
                  <a:pt x="940551" y="123063"/>
                </a:lnTo>
                <a:cubicBezTo>
                  <a:pt x="940551" y="191028"/>
                  <a:pt x="885454" y="246125"/>
                  <a:pt x="817488" y="246125"/>
                </a:cubicBezTo>
                <a:lnTo>
                  <a:pt x="123063" y="246125"/>
                </a:lnTo>
                <a:cubicBezTo>
                  <a:pt x="55143" y="246125"/>
                  <a:pt x="0" y="190983"/>
                  <a:pt x="0" y="123063"/>
                </a:cubicBezTo>
                <a:lnTo>
                  <a:pt x="0" y="123063"/>
                </a:lnTo>
                <a:cubicBezTo>
                  <a:pt x="0" y="55143"/>
                  <a:pt x="55143" y="0"/>
                  <a:pt x="123063" y="0"/>
                </a:cubicBezTo>
                <a:close/>
              </a:path>
            </a:pathLst>
          </a:custGeom>
          <a:solidFill>
            <a:srgbClr val="68A063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589597" y="5344438"/>
            <a:ext cx="1002082" cy="246125"/>
          </a:xfrm>
          <a:prstGeom prst="rect">
            <a:avLst/>
          </a:prstGeom>
          <a:noFill/>
          <a:ln/>
        </p:spPr>
        <p:txBody>
          <a:bodyPr wrap="square" lIns="105482" tIns="35161" rIns="105482" bIns="35161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3C87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Non-Blocking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2597832" y="5344438"/>
            <a:ext cx="659265" cy="246125"/>
          </a:xfrm>
          <a:custGeom>
            <a:avLst/>
            <a:gdLst/>
            <a:ahLst/>
            <a:cxnLst/>
            <a:rect l="l" t="t" r="r" b="b"/>
            <a:pathLst>
              <a:path w="659265" h="246125">
                <a:moveTo>
                  <a:pt x="123063" y="0"/>
                </a:moveTo>
                <a:lnTo>
                  <a:pt x="536202" y="0"/>
                </a:lnTo>
                <a:cubicBezTo>
                  <a:pt x="604122" y="0"/>
                  <a:pt x="659265" y="55143"/>
                  <a:pt x="659265" y="123063"/>
                </a:cubicBezTo>
                <a:lnTo>
                  <a:pt x="659265" y="123063"/>
                </a:lnTo>
                <a:cubicBezTo>
                  <a:pt x="659265" y="190983"/>
                  <a:pt x="604122" y="246125"/>
                  <a:pt x="536202" y="246125"/>
                </a:cubicBezTo>
                <a:lnTo>
                  <a:pt x="123063" y="246125"/>
                </a:lnTo>
                <a:cubicBezTo>
                  <a:pt x="55143" y="246125"/>
                  <a:pt x="0" y="190983"/>
                  <a:pt x="0" y="123063"/>
                </a:cubicBezTo>
                <a:lnTo>
                  <a:pt x="0" y="123063"/>
                </a:lnTo>
                <a:cubicBezTo>
                  <a:pt x="0" y="55143"/>
                  <a:pt x="55143" y="0"/>
                  <a:pt x="123063" y="0"/>
                </a:cubicBezTo>
                <a:close/>
              </a:path>
            </a:pathLst>
          </a:custGeom>
          <a:solidFill>
            <a:srgbClr val="68A063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597832" y="5344438"/>
            <a:ext cx="720796" cy="246125"/>
          </a:xfrm>
          <a:prstGeom prst="rect">
            <a:avLst/>
          </a:prstGeom>
          <a:noFill/>
          <a:ln/>
        </p:spPr>
        <p:txBody>
          <a:bodyPr wrap="square" lIns="105482" tIns="35161" rIns="105482" bIns="35161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3C87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99944" y="3656721"/>
            <a:ext cx="5634515" cy="2144807"/>
          </a:xfrm>
          <a:custGeom>
            <a:avLst/>
            <a:gdLst/>
            <a:ahLst/>
            <a:cxnLst/>
            <a:rect l="l" t="t" r="r" b="b"/>
            <a:pathLst>
              <a:path w="5634515" h="2144807">
                <a:moveTo>
                  <a:pt x="35161" y="0"/>
                </a:moveTo>
                <a:lnTo>
                  <a:pt x="5493880" y="0"/>
                </a:lnTo>
                <a:cubicBezTo>
                  <a:pt x="5571550" y="0"/>
                  <a:pt x="5634515" y="62964"/>
                  <a:pt x="5634515" y="140635"/>
                </a:cubicBezTo>
                <a:lnTo>
                  <a:pt x="5634515" y="2004172"/>
                </a:lnTo>
                <a:cubicBezTo>
                  <a:pt x="5634515" y="2081843"/>
                  <a:pt x="5571550" y="2144807"/>
                  <a:pt x="5493880" y="2144807"/>
                </a:cubicBezTo>
                <a:lnTo>
                  <a:pt x="35161" y="2144807"/>
                </a:lnTo>
                <a:cubicBezTo>
                  <a:pt x="15742" y="2144807"/>
                  <a:pt x="0" y="2129065"/>
                  <a:pt x="0" y="2109647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853" dist="8790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199944" y="3656721"/>
            <a:ext cx="35161" cy="2144807"/>
          </a:xfrm>
          <a:custGeom>
            <a:avLst/>
            <a:gdLst/>
            <a:ahLst/>
            <a:cxnLst/>
            <a:rect l="l" t="t" r="r" b="b"/>
            <a:pathLst>
              <a:path w="35161" h="2144807">
                <a:moveTo>
                  <a:pt x="35161" y="0"/>
                </a:moveTo>
                <a:lnTo>
                  <a:pt x="35161" y="0"/>
                </a:lnTo>
                <a:lnTo>
                  <a:pt x="35161" y="2144807"/>
                </a:lnTo>
                <a:lnTo>
                  <a:pt x="35161" y="2144807"/>
                </a:lnTo>
                <a:cubicBezTo>
                  <a:pt x="15742" y="2144807"/>
                  <a:pt x="0" y="2129065"/>
                  <a:pt x="0" y="2109647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3367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428489" y="3867686"/>
            <a:ext cx="703216" cy="703216"/>
          </a:xfrm>
          <a:custGeom>
            <a:avLst/>
            <a:gdLst/>
            <a:ahLst/>
            <a:cxnLst/>
            <a:rect l="l" t="t" r="r" b="b"/>
            <a:pathLst>
              <a:path w="703216" h="703216">
                <a:moveTo>
                  <a:pt x="105482" y="0"/>
                </a:moveTo>
                <a:lnTo>
                  <a:pt x="597733" y="0"/>
                </a:lnTo>
                <a:cubicBezTo>
                  <a:pt x="655951" y="0"/>
                  <a:pt x="703216" y="47265"/>
                  <a:pt x="703216" y="105482"/>
                </a:cubicBezTo>
                <a:lnTo>
                  <a:pt x="703216" y="597733"/>
                </a:lnTo>
                <a:cubicBezTo>
                  <a:pt x="703216" y="655951"/>
                  <a:pt x="655951" y="703216"/>
                  <a:pt x="597733" y="703216"/>
                </a:cubicBezTo>
                <a:lnTo>
                  <a:pt x="105482" y="703216"/>
                </a:lnTo>
                <a:cubicBezTo>
                  <a:pt x="47265" y="703216"/>
                  <a:pt x="0" y="655951"/>
                  <a:pt x="0" y="597733"/>
                </a:cubicBezTo>
                <a:lnTo>
                  <a:pt x="0" y="105482"/>
                </a:lnTo>
                <a:cubicBezTo>
                  <a:pt x="0" y="47265"/>
                  <a:pt x="47265" y="0"/>
                  <a:pt x="105482" y="0"/>
                </a:cubicBezTo>
                <a:close/>
              </a:path>
            </a:pathLst>
          </a:custGeom>
          <a:gradFill flip="none" rotWithShape="1">
            <a:gsLst>
              <a:gs pos="0">
                <a:srgbClr val="336791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641651" y="4061070"/>
            <a:ext cx="276891" cy="316447"/>
          </a:xfrm>
          <a:custGeom>
            <a:avLst/>
            <a:gdLst/>
            <a:ahLst/>
            <a:cxnLst/>
            <a:rect l="l" t="t" r="r" b="b"/>
            <a:pathLst>
              <a:path w="276891" h="316447">
                <a:moveTo>
                  <a:pt x="276891" y="127197"/>
                </a:moveTo>
                <a:cubicBezTo>
                  <a:pt x="267744" y="133254"/>
                  <a:pt x="257237" y="138137"/>
                  <a:pt x="246297" y="142030"/>
                </a:cubicBezTo>
                <a:cubicBezTo>
                  <a:pt x="217248" y="152414"/>
                  <a:pt x="179114" y="158224"/>
                  <a:pt x="138446" y="158224"/>
                </a:cubicBezTo>
                <a:cubicBezTo>
                  <a:pt x="97777" y="158224"/>
                  <a:pt x="59581" y="152352"/>
                  <a:pt x="30594" y="142030"/>
                </a:cubicBezTo>
                <a:cubicBezTo>
                  <a:pt x="19716" y="138137"/>
                  <a:pt x="9147" y="133254"/>
                  <a:pt x="0" y="127197"/>
                </a:cubicBezTo>
                <a:lnTo>
                  <a:pt x="0" y="178001"/>
                </a:lnTo>
                <a:cubicBezTo>
                  <a:pt x="0" y="205320"/>
                  <a:pt x="61991" y="227446"/>
                  <a:pt x="138446" y="227446"/>
                </a:cubicBezTo>
                <a:cubicBezTo>
                  <a:pt x="214900" y="227446"/>
                  <a:pt x="276891" y="205320"/>
                  <a:pt x="276891" y="178001"/>
                </a:cubicBezTo>
                <a:lnTo>
                  <a:pt x="276891" y="127197"/>
                </a:lnTo>
                <a:close/>
                <a:moveTo>
                  <a:pt x="276891" y="79112"/>
                </a:moveTo>
                <a:lnTo>
                  <a:pt x="276891" y="49445"/>
                </a:lnTo>
                <a:cubicBezTo>
                  <a:pt x="276891" y="22127"/>
                  <a:pt x="214900" y="0"/>
                  <a:pt x="138446" y="0"/>
                </a:cubicBezTo>
                <a:cubicBezTo>
                  <a:pt x="61991" y="0"/>
                  <a:pt x="0" y="22127"/>
                  <a:pt x="0" y="49445"/>
                </a:cubicBezTo>
                <a:lnTo>
                  <a:pt x="0" y="79112"/>
                </a:lnTo>
                <a:cubicBezTo>
                  <a:pt x="0" y="106430"/>
                  <a:pt x="61991" y="128557"/>
                  <a:pt x="138446" y="128557"/>
                </a:cubicBezTo>
                <a:cubicBezTo>
                  <a:pt x="214900" y="128557"/>
                  <a:pt x="276891" y="106430"/>
                  <a:pt x="276891" y="79112"/>
                </a:cubicBezTo>
                <a:close/>
                <a:moveTo>
                  <a:pt x="246297" y="240920"/>
                </a:moveTo>
                <a:cubicBezTo>
                  <a:pt x="217310" y="251242"/>
                  <a:pt x="179176" y="257113"/>
                  <a:pt x="138446" y="257113"/>
                </a:cubicBezTo>
                <a:cubicBezTo>
                  <a:pt x="97715" y="257113"/>
                  <a:pt x="59581" y="251242"/>
                  <a:pt x="30594" y="240920"/>
                </a:cubicBezTo>
                <a:cubicBezTo>
                  <a:pt x="19716" y="237026"/>
                  <a:pt x="9147" y="232144"/>
                  <a:pt x="0" y="226087"/>
                </a:cubicBezTo>
                <a:lnTo>
                  <a:pt x="0" y="267002"/>
                </a:lnTo>
                <a:cubicBezTo>
                  <a:pt x="0" y="294320"/>
                  <a:pt x="61991" y="316447"/>
                  <a:pt x="138446" y="316447"/>
                </a:cubicBezTo>
                <a:cubicBezTo>
                  <a:pt x="214900" y="316447"/>
                  <a:pt x="276891" y="294320"/>
                  <a:pt x="276891" y="267002"/>
                </a:cubicBezTo>
                <a:lnTo>
                  <a:pt x="276891" y="226087"/>
                </a:lnTo>
                <a:cubicBezTo>
                  <a:pt x="267744" y="232144"/>
                  <a:pt x="257237" y="237026"/>
                  <a:pt x="246297" y="24092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272348" y="3973168"/>
            <a:ext cx="1230627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1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272348" y="4254347"/>
            <a:ext cx="1195466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System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428489" y="4746705"/>
            <a:ext cx="5265327" cy="457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7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open-source relational database with ACID compliance, extensibility, and robust data integrity features.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428489" y="5344438"/>
            <a:ext cx="492251" cy="246125"/>
          </a:xfrm>
          <a:custGeom>
            <a:avLst/>
            <a:gdLst/>
            <a:ahLst/>
            <a:cxnLst/>
            <a:rect l="l" t="t" r="r" b="b"/>
            <a:pathLst>
              <a:path w="492251" h="246125">
                <a:moveTo>
                  <a:pt x="123063" y="0"/>
                </a:moveTo>
                <a:lnTo>
                  <a:pt x="369188" y="0"/>
                </a:lnTo>
                <a:cubicBezTo>
                  <a:pt x="437108" y="0"/>
                  <a:pt x="492251" y="55143"/>
                  <a:pt x="492251" y="123063"/>
                </a:cubicBezTo>
                <a:lnTo>
                  <a:pt x="492251" y="123063"/>
                </a:lnTo>
                <a:cubicBezTo>
                  <a:pt x="492251" y="190983"/>
                  <a:pt x="437108" y="246125"/>
                  <a:pt x="369188" y="246125"/>
                </a:cubicBezTo>
                <a:lnTo>
                  <a:pt x="123063" y="246125"/>
                </a:lnTo>
                <a:cubicBezTo>
                  <a:pt x="55143" y="246125"/>
                  <a:pt x="0" y="190983"/>
                  <a:pt x="0" y="123063"/>
                </a:cubicBezTo>
                <a:lnTo>
                  <a:pt x="0" y="123063"/>
                </a:lnTo>
                <a:cubicBezTo>
                  <a:pt x="0" y="55143"/>
                  <a:pt x="55143" y="0"/>
                  <a:pt x="123063" y="0"/>
                </a:cubicBezTo>
                <a:close/>
              </a:path>
            </a:pathLst>
          </a:custGeom>
          <a:solidFill>
            <a:srgbClr val="336791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428489" y="5344438"/>
            <a:ext cx="553782" cy="246125"/>
          </a:xfrm>
          <a:prstGeom prst="rect">
            <a:avLst/>
          </a:prstGeom>
          <a:noFill/>
          <a:ln/>
        </p:spPr>
        <p:txBody>
          <a:bodyPr wrap="square" lIns="105482" tIns="35161" rIns="105482" bIns="35161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3367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ACID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988095" y="5344438"/>
            <a:ext cx="632894" cy="246125"/>
          </a:xfrm>
          <a:custGeom>
            <a:avLst/>
            <a:gdLst/>
            <a:ahLst/>
            <a:cxnLst/>
            <a:rect l="l" t="t" r="r" b="b"/>
            <a:pathLst>
              <a:path w="632894" h="246125">
                <a:moveTo>
                  <a:pt x="123063" y="0"/>
                </a:moveTo>
                <a:lnTo>
                  <a:pt x="509831" y="0"/>
                </a:lnTo>
                <a:cubicBezTo>
                  <a:pt x="577751" y="0"/>
                  <a:pt x="632894" y="55143"/>
                  <a:pt x="632894" y="123063"/>
                </a:cubicBezTo>
                <a:lnTo>
                  <a:pt x="632894" y="123063"/>
                </a:lnTo>
                <a:cubicBezTo>
                  <a:pt x="632894" y="190983"/>
                  <a:pt x="577751" y="246125"/>
                  <a:pt x="509831" y="246125"/>
                </a:cubicBezTo>
                <a:lnTo>
                  <a:pt x="123063" y="246125"/>
                </a:lnTo>
                <a:cubicBezTo>
                  <a:pt x="55143" y="246125"/>
                  <a:pt x="0" y="190983"/>
                  <a:pt x="0" y="123063"/>
                </a:cubicBezTo>
                <a:lnTo>
                  <a:pt x="0" y="123063"/>
                </a:lnTo>
                <a:cubicBezTo>
                  <a:pt x="0" y="55143"/>
                  <a:pt x="55143" y="0"/>
                  <a:pt x="123063" y="0"/>
                </a:cubicBezTo>
                <a:close/>
              </a:path>
            </a:pathLst>
          </a:custGeom>
          <a:solidFill>
            <a:srgbClr val="336791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988095" y="5344438"/>
            <a:ext cx="694425" cy="246125"/>
          </a:xfrm>
          <a:prstGeom prst="rect">
            <a:avLst/>
          </a:prstGeom>
          <a:noFill/>
          <a:ln/>
        </p:spPr>
        <p:txBody>
          <a:bodyPr wrap="square" lIns="105482" tIns="35161" rIns="105482" bIns="35161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3367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Reliable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688344" y="5344438"/>
            <a:ext cx="755957" cy="246125"/>
          </a:xfrm>
          <a:custGeom>
            <a:avLst/>
            <a:gdLst/>
            <a:ahLst/>
            <a:cxnLst/>
            <a:rect l="l" t="t" r="r" b="b"/>
            <a:pathLst>
              <a:path w="755957" h="246125">
                <a:moveTo>
                  <a:pt x="123063" y="0"/>
                </a:moveTo>
                <a:lnTo>
                  <a:pt x="632894" y="0"/>
                </a:lnTo>
                <a:cubicBezTo>
                  <a:pt x="700814" y="0"/>
                  <a:pt x="755957" y="55143"/>
                  <a:pt x="755957" y="123063"/>
                </a:cubicBezTo>
                <a:lnTo>
                  <a:pt x="755957" y="123063"/>
                </a:lnTo>
                <a:cubicBezTo>
                  <a:pt x="755957" y="190983"/>
                  <a:pt x="700814" y="246125"/>
                  <a:pt x="632894" y="246125"/>
                </a:cubicBezTo>
                <a:lnTo>
                  <a:pt x="123063" y="246125"/>
                </a:lnTo>
                <a:cubicBezTo>
                  <a:pt x="55143" y="246125"/>
                  <a:pt x="0" y="190983"/>
                  <a:pt x="0" y="123063"/>
                </a:cubicBezTo>
                <a:lnTo>
                  <a:pt x="0" y="123063"/>
                </a:lnTo>
                <a:cubicBezTo>
                  <a:pt x="0" y="55143"/>
                  <a:pt x="55143" y="0"/>
                  <a:pt x="123063" y="0"/>
                </a:cubicBezTo>
                <a:close/>
              </a:path>
            </a:pathLst>
          </a:custGeom>
          <a:solidFill>
            <a:srgbClr val="336791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688344" y="5344438"/>
            <a:ext cx="817488" cy="246125"/>
          </a:xfrm>
          <a:prstGeom prst="rect">
            <a:avLst/>
          </a:prstGeom>
          <a:noFill/>
          <a:ln/>
        </p:spPr>
        <p:txBody>
          <a:bodyPr wrap="square" lIns="105482" tIns="35161" rIns="105482" bIns="35161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3367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Extensible</a:t>
            </a:r>
            <a:endParaRPr lang="en-US" sz="1600" dirty="0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E1486F7-1BC1-523B-3F11-61AE6948D125}"/>
              </a:ext>
            </a:extLst>
          </p:cNvPr>
          <p:cNvGrpSpPr/>
          <p:nvPr/>
        </p:nvGrpSpPr>
        <p:grpSpPr>
          <a:xfrm>
            <a:off x="351608" y="5873498"/>
            <a:ext cx="11488784" cy="914180"/>
            <a:chOff x="351608" y="5942172"/>
            <a:chExt cx="11488784" cy="914180"/>
          </a:xfrm>
        </p:grpSpPr>
        <p:sp>
          <p:nvSpPr>
            <p:cNvPr id="59" name="Shape 57"/>
            <p:cNvSpPr/>
            <p:nvPr/>
          </p:nvSpPr>
          <p:spPr>
            <a:xfrm>
              <a:off x="351608" y="5942172"/>
              <a:ext cx="11488784" cy="914180"/>
            </a:xfrm>
            <a:custGeom>
              <a:avLst/>
              <a:gdLst/>
              <a:ahLst/>
              <a:cxnLst/>
              <a:rect l="l" t="t" r="r" b="b"/>
              <a:pathLst>
                <a:path w="11488784" h="914180">
                  <a:moveTo>
                    <a:pt x="140647" y="0"/>
                  </a:moveTo>
                  <a:lnTo>
                    <a:pt x="11348138" y="0"/>
                  </a:lnTo>
                  <a:cubicBezTo>
                    <a:pt x="11425815" y="0"/>
                    <a:pt x="11488784" y="62970"/>
                    <a:pt x="11488784" y="140647"/>
                  </a:cubicBezTo>
                  <a:lnTo>
                    <a:pt x="11488784" y="773534"/>
                  </a:lnTo>
                  <a:cubicBezTo>
                    <a:pt x="11488784" y="851211"/>
                    <a:pt x="11425815" y="914180"/>
                    <a:pt x="11348138" y="914180"/>
                  </a:cubicBezTo>
                  <a:lnTo>
                    <a:pt x="140647" y="914180"/>
                  </a:lnTo>
                  <a:cubicBezTo>
                    <a:pt x="62970" y="914180"/>
                    <a:pt x="0" y="851211"/>
                    <a:pt x="0" y="773534"/>
                  </a:cubicBezTo>
                  <a:lnTo>
                    <a:pt x="0" y="140647"/>
                  </a:lnTo>
                  <a:cubicBezTo>
                    <a:pt x="0" y="62970"/>
                    <a:pt x="62970" y="0"/>
                    <a:pt x="14064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563EB"/>
                </a:gs>
                <a:gs pos="100000">
                  <a:srgbClr val="7C3AED"/>
                </a:gs>
              </a:gsLst>
              <a:lin ang="0" scaled="1"/>
            </a:gradFill>
            <a:ln/>
            <a:effectLst>
              <a:outerShdw blurRad="219755" dist="175804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Shape 58"/>
            <p:cNvSpPr/>
            <p:nvPr/>
          </p:nvSpPr>
          <p:spPr>
            <a:xfrm>
              <a:off x="527412" y="6117975"/>
              <a:ext cx="562572" cy="562572"/>
            </a:xfrm>
            <a:custGeom>
              <a:avLst/>
              <a:gdLst/>
              <a:ahLst/>
              <a:cxnLst/>
              <a:rect l="l" t="t" r="r" b="b"/>
              <a:pathLst>
                <a:path w="562572" h="562572">
                  <a:moveTo>
                    <a:pt x="105482" y="0"/>
                  </a:moveTo>
                  <a:lnTo>
                    <a:pt x="457090" y="0"/>
                  </a:lnTo>
                  <a:cubicBezTo>
                    <a:pt x="515307" y="0"/>
                    <a:pt x="562572" y="47265"/>
                    <a:pt x="562572" y="105482"/>
                  </a:cubicBezTo>
                  <a:lnTo>
                    <a:pt x="562572" y="457090"/>
                  </a:lnTo>
                  <a:cubicBezTo>
                    <a:pt x="562572" y="515307"/>
                    <a:pt x="515307" y="562572"/>
                    <a:pt x="457090" y="562572"/>
                  </a:cubicBezTo>
                  <a:lnTo>
                    <a:pt x="105482" y="562572"/>
                  </a:lnTo>
                  <a:cubicBezTo>
                    <a:pt x="47265" y="562572"/>
                    <a:pt x="0" y="515307"/>
                    <a:pt x="0" y="457090"/>
                  </a:cubicBezTo>
                  <a:lnTo>
                    <a:pt x="0" y="105482"/>
                  </a:lnTo>
                  <a:cubicBezTo>
                    <a:pt x="0" y="47265"/>
                    <a:pt x="47265" y="0"/>
                    <a:pt x="105482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Shape 59"/>
            <p:cNvSpPr/>
            <p:nvPr/>
          </p:nvSpPr>
          <p:spPr>
            <a:xfrm>
              <a:off x="662561" y="6267409"/>
              <a:ext cx="296669" cy="263706"/>
            </a:xfrm>
            <a:custGeom>
              <a:avLst/>
              <a:gdLst/>
              <a:ahLst/>
              <a:cxnLst/>
              <a:rect l="l" t="t" r="r" b="b"/>
              <a:pathLst>
                <a:path w="296669" h="263706">
                  <a:moveTo>
                    <a:pt x="49445" y="0"/>
                  </a:moveTo>
                  <a:cubicBezTo>
                    <a:pt x="31264" y="0"/>
                    <a:pt x="16482" y="14782"/>
                    <a:pt x="16482" y="32963"/>
                  </a:cubicBezTo>
                  <a:lnTo>
                    <a:pt x="16482" y="230743"/>
                  </a:lnTo>
                  <a:cubicBezTo>
                    <a:pt x="16482" y="248924"/>
                    <a:pt x="31264" y="263706"/>
                    <a:pt x="49445" y="263706"/>
                  </a:cubicBezTo>
                  <a:lnTo>
                    <a:pt x="90649" y="263706"/>
                  </a:lnTo>
                  <a:lnTo>
                    <a:pt x="90649" y="206020"/>
                  </a:lnTo>
                  <a:cubicBezTo>
                    <a:pt x="90649" y="187839"/>
                    <a:pt x="105431" y="173057"/>
                    <a:pt x="123612" y="173057"/>
                  </a:cubicBezTo>
                  <a:lnTo>
                    <a:pt x="214261" y="173057"/>
                  </a:lnTo>
                  <a:lnTo>
                    <a:pt x="214261" y="87816"/>
                  </a:lnTo>
                  <a:cubicBezTo>
                    <a:pt x="214261" y="79060"/>
                    <a:pt x="210810" y="70665"/>
                    <a:pt x="204630" y="64484"/>
                  </a:cubicBezTo>
                  <a:lnTo>
                    <a:pt x="149725" y="9631"/>
                  </a:lnTo>
                  <a:cubicBezTo>
                    <a:pt x="143545" y="3451"/>
                    <a:pt x="135201" y="0"/>
                    <a:pt x="126445" y="0"/>
                  </a:cubicBezTo>
                  <a:lnTo>
                    <a:pt x="49445" y="0"/>
                  </a:lnTo>
                  <a:close/>
                  <a:moveTo>
                    <a:pt x="184131" y="90649"/>
                  </a:moveTo>
                  <a:lnTo>
                    <a:pt x="135973" y="90649"/>
                  </a:lnTo>
                  <a:cubicBezTo>
                    <a:pt x="129123" y="90649"/>
                    <a:pt x="123612" y="85138"/>
                    <a:pt x="123612" y="78288"/>
                  </a:cubicBezTo>
                  <a:lnTo>
                    <a:pt x="123612" y="30130"/>
                  </a:lnTo>
                  <a:lnTo>
                    <a:pt x="184131" y="90649"/>
                  </a:lnTo>
                  <a:close/>
                  <a:moveTo>
                    <a:pt x="123612" y="195719"/>
                  </a:moveTo>
                  <a:cubicBezTo>
                    <a:pt x="117947" y="195719"/>
                    <a:pt x="113311" y="200355"/>
                    <a:pt x="113311" y="206020"/>
                  </a:cubicBezTo>
                  <a:lnTo>
                    <a:pt x="113311" y="271947"/>
                  </a:lnTo>
                  <a:cubicBezTo>
                    <a:pt x="113311" y="277612"/>
                    <a:pt x="117947" y="282248"/>
                    <a:pt x="123612" y="282248"/>
                  </a:cubicBezTo>
                  <a:cubicBezTo>
                    <a:pt x="129278" y="282248"/>
                    <a:pt x="133913" y="277612"/>
                    <a:pt x="133913" y="271947"/>
                  </a:cubicBezTo>
                  <a:lnTo>
                    <a:pt x="133913" y="257525"/>
                  </a:lnTo>
                  <a:lnTo>
                    <a:pt x="140094" y="257525"/>
                  </a:lnTo>
                  <a:cubicBezTo>
                    <a:pt x="157142" y="257525"/>
                    <a:pt x="170997" y="243670"/>
                    <a:pt x="170997" y="226622"/>
                  </a:cubicBezTo>
                  <a:cubicBezTo>
                    <a:pt x="170997" y="209574"/>
                    <a:pt x="157142" y="195719"/>
                    <a:pt x="140094" y="195719"/>
                  </a:cubicBezTo>
                  <a:lnTo>
                    <a:pt x="123612" y="195719"/>
                  </a:lnTo>
                  <a:close/>
                  <a:moveTo>
                    <a:pt x="140094" y="236923"/>
                  </a:moveTo>
                  <a:lnTo>
                    <a:pt x="133913" y="236923"/>
                  </a:lnTo>
                  <a:lnTo>
                    <a:pt x="133913" y="216321"/>
                  </a:lnTo>
                  <a:lnTo>
                    <a:pt x="140094" y="216321"/>
                  </a:lnTo>
                  <a:cubicBezTo>
                    <a:pt x="145759" y="216321"/>
                    <a:pt x="150395" y="220957"/>
                    <a:pt x="150395" y="226622"/>
                  </a:cubicBezTo>
                  <a:cubicBezTo>
                    <a:pt x="150395" y="232288"/>
                    <a:pt x="145759" y="236923"/>
                    <a:pt x="140094" y="236923"/>
                  </a:cubicBezTo>
                  <a:close/>
                  <a:moveTo>
                    <a:pt x="189539" y="195719"/>
                  </a:moveTo>
                  <a:cubicBezTo>
                    <a:pt x="183873" y="195719"/>
                    <a:pt x="179238" y="200355"/>
                    <a:pt x="179238" y="206020"/>
                  </a:cubicBezTo>
                  <a:lnTo>
                    <a:pt x="179238" y="271947"/>
                  </a:lnTo>
                  <a:cubicBezTo>
                    <a:pt x="179238" y="277612"/>
                    <a:pt x="183873" y="282248"/>
                    <a:pt x="189539" y="282248"/>
                  </a:cubicBezTo>
                  <a:lnTo>
                    <a:pt x="206020" y="282248"/>
                  </a:lnTo>
                  <a:cubicBezTo>
                    <a:pt x="220802" y="282248"/>
                    <a:pt x="232803" y="270247"/>
                    <a:pt x="232803" y="255465"/>
                  </a:cubicBezTo>
                  <a:lnTo>
                    <a:pt x="232803" y="222502"/>
                  </a:lnTo>
                  <a:cubicBezTo>
                    <a:pt x="232803" y="207720"/>
                    <a:pt x="220802" y="195719"/>
                    <a:pt x="206020" y="195719"/>
                  </a:cubicBezTo>
                  <a:lnTo>
                    <a:pt x="189539" y="195719"/>
                  </a:lnTo>
                  <a:close/>
                  <a:moveTo>
                    <a:pt x="199840" y="261646"/>
                  </a:moveTo>
                  <a:lnTo>
                    <a:pt x="199840" y="216321"/>
                  </a:lnTo>
                  <a:lnTo>
                    <a:pt x="206020" y="216321"/>
                  </a:lnTo>
                  <a:cubicBezTo>
                    <a:pt x="209420" y="216321"/>
                    <a:pt x="212201" y="219102"/>
                    <a:pt x="212201" y="222502"/>
                  </a:cubicBezTo>
                  <a:lnTo>
                    <a:pt x="212201" y="255465"/>
                  </a:lnTo>
                  <a:cubicBezTo>
                    <a:pt x="212201" y="258864"/>
                    <a:pt x="209420" y="261646"/>
                    <a:pt x="206020" y="261646"/>
                  </a:cubicBezTo>
                  <a:lnTo>
                    <a:pt x="199840" y="261646"/>
                  </a:lnTo>
                  <a:close/>
                  <a:moveTo>
                    <a:pt x="245164" y="206020"/>
                  </a:moveTo>
                  <a:lnTo>
                    <a:pt x="245164" y="271947"/>
                  </a:lnTo>
                  <a:cubicBezTo>
                    <a:pt x="245164" y="277612"/>
                    <a:pt x="249799" y="282248"/>
                    <a:pt x="255465" y="282248"/>
                  </a:cubicBezTo>
                  <a:cubicBezTo>
                    <a:pt x="261131" y="282248"/>
                    <a:pt x="265766" y="277612"/>
                    <a:pt x="265766" y="271947"/>
                  </a:cubicBezTo>
                  <a:lnTo>
                    <a:pt x="265766" y="249284"/>
                  </a:lnTo>
                  <a:lnTo>
                    <a:pt x="280187" y="249284"/>
                  </a:lnTo>
                  <a:cubicBezTo>
                    <a:pt x="285853" y="249284"/>
                    <a:pt x="290488" y="244649"/>
                    <a:pt x="290488" y="238983"/>
                  </a:cubicBezTo>
                  <a:cubicBezTo>
                    <a:pt x="290488" y="233318"/>
                    <a:pt x="285853" y="228682"/>
                    <a:pt x="280187" y="228682"/>
                  </a:cubicBezTo>
                  <a:lnTo>
                    <a:pt x="265766" y="228682"/>
                  </a:lnTo>
                  <a:lnTo>
                    <a:pt x="265766" y="216321"/>
                  </a:lnTo>
                  <a:lnTo>
                    <a:pt x="280187" y="216321"/>
                  </a:lnTo>
                  <a:cubicBezTo>
                    <a:pt x="285853" y="216321"/>
                    <a:pt x="290488" y="211686"/>
                    <a:pt x="290488" y="206020"/>
                  </a:cubicBezTo>
                  <a:cubicBezTo>
                    <a:pt x="290488" y="200355"/>
                    <a:pt x="285853" y="195719"/>
                    <a:pt x="280187" y="195719"/>
                  </a:cubicBezTo>
                  <a:lnTo>
                    <a:pt x="255465" y="195719"/>
                  </a:lnTo>
                  <a:cubicBezTo>
                    <a:pt x="249799" y="195719"/>
                    <a:pt x="245164" y="200355"/>
                    <a:pt x="245164" y="206020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 60"/>
            <p:cNvSpPr/>
            <p:nvPr/>
          </p:nvSpPr>
          <p:spPr>
            <a:xfrm>
              <a:off x="1230627" y="6144346"/>
              <a:ext cx="8570440" cy="2461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84" b="1" dirty="0">
                  <a:solidFill>
                    <a:srgbClr val="FFFFF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React-PDF</a:t>
              </a:r>
              <a:endParaRPr lang="en-US" sz="1600" dirty="0"/>
            </a:p>
          </p:txBody>
        </p:sp>
        <p:sp>
          <p:nvSpPr>
            <p:cNvPr id="63" name="Text 61"/>
            <p:cNvSpPr/>
            <p:nvPr/>
          </p:nvSpPr>
          <p:spPr>
            <a:xfrm>
              <a:off x="1230627" y="6425632"/>
              <a:ext cx="8552859" cy="2285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107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PDF generation library for creating professional, customizable laboratory reports directly from React components.</a:t>
              </a:r>
              <a:endParaRPr lang="en-US" sz="1600" dirty="0"/>
            </a:p>
          </p:txBody>
        </p:sp>
        <p:sp>
          <p:nvSpPr>
            <p:cNvPr id="64" name="Shape 62"/>
            <p:cNvSpPr/>
            <p:nvPr/>
          </p:nvSpPr>
          <p:spPr>
            <a:xfrm>
              <a:off x="9856555" y="6276199"/>
              <a:ext cx="808698" cy="246125"/>
            </a:xfrm>
            <a:custGeom>
              <a:avLst/>
              <a:gdLst/>
              <a:ahLst/>
              <a:cxnLst/>
              <a:rect l="l" t="t" r="r" b="b"/>
              <a:pathLst>
                <a:path w="808698" h="246125">
                  <a:moveTo>
                    <a:pt x="123063" y="0"/>
                  </a:moveTo>
                  <a:lnTo>
                    <a:pt x="685635" y="0"/>
                  </a:lnTo>
                  <a:cubicBezTo>
                    <a:pt x="753555" y="0"/>
                    <a:pt x="808698" y="55143"/>
                    <a:pt x="808698" y="123063"/>
                  </a:cubicBezTo>
                  <a:lnTo>
                    <a:pt x="808698" y="123063"/>
                  </a:lnTo>
                  <a:cubicBezTo>
                    <a:pt x="808698" y="190983"/>
                    <a:pt x="753555" y="246125"/>
                    <a:pt x="685635" y="246125"/>
                  </a:cubicBezTo>
                  <a:lnTo>
                    <a:pt x="123063" y="246125"/>
                  </a:lnTo>
                  <a:cubicBezTo>
                    <a:pt x="55143" y="246125"/>
                    <a:pt x="0" y="190983"/>
                    <a:pt x="0" y="123063"/>
                  </a:cubicBezTo>
                  <a:lnTo>
                    <a:pt x="0" y="123063"/>
                  </a:lnTo>
                  <a:cubicBezTo>
                    <a:pt x="0" y="55143"/>
                    <a:pt x="55143" y="0"/>
                    <a:pt x="123063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 63"/>
            <p:cNvSpPr/>
            <p:nvPr/>
          </p:nvSpPr>
          <p:spPr>
            <a:xfrm>
              <a:off x="9856555" y="6276199"/>
              <a:ext cx="870229" cy="246125"/>
            </a:xfrm>
            <a:prstGeom prst="rect">
              <a:avLst/>
            </a:prstGeom>
            <a:noFill/>
            <a:ln/>
          </p:spPr>
          <p:txBody>
            <a:bodyPr wrap="square" lIns="105482" tIns="35161" rIns="105482" bIns="35161" rtlCol="0" anchor="ctr"/>
            <a:lstStyle/>
            <a:p>
              <a:pPr>
                <a:lnSpc>
                  <a:spcPct val="120000"/>
                </a:lnSpc>
              </a:pPr>
              <a:r>
                <a:rPr lang="en-US" sz="969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Client-Side</a:t>
              </a:r>
              <a:endParaRPr lang="en-US" sz="1600" dirty="0"/>
            </a:p>
          </p:txBody>
        </p:sp>
        <p:sp>
          <p:nvSpPr>
            <p:cNvPr id="66" name="Shape 64"/>
            <p:cNvSpPr/>
            <p:nvPr/>
          </p:nvSpPr>
          <p:spPr>
            <a:xfrm>
              <a:off x="10733048" y="6276199"/>
              <a:ext cx="931761" cy="246125"/>
            </a:xfrm>
            <a:custGeom>
              <a:avLst/>
              <a:gdLst/>
              <a:ahLst/>
              <a:cxnLst/>
              <a:rect l="l" t="t" r="r" b="b"/>
              <a:pathLst>
                <a:path w="931761" h="246125">
                  <a:moveTo>
                    <a:pt x="123063" y="0"/>
                  </a:moveTo>
                  <a:lnTo>
                    <a:pt x="808698" y="0"/>
                  </a:lnTo>
                  <a:cubicBezTo>
                    <a:pt x="876618" y="0"/>
                    <a:pt x="931761" y="55143"/>
                    <a:pt x="931761" y="123063"/>
                  </a:cubicBezTo>
                  <a:lnTo>
                    <a:pt x="931761" y="123063"/>
                  </a:lnTo>
                  <a:cubicBezTo>
                    <a:pt x="931761" y="190983"/>
                    <a:pt x="876618" y="246125"/>
                    <a:pt x="808698" y="246125"/>
                  </a:cubicBezTo>
                  <a:lnTo>
                    <a:pt x="123063" y="246125"/>
                  </a:lnTo>
                  <a:cubicBezTo>
                    <a:pt x="55143" y="246125"/>
                    <a:pt x="0" y="190983"/>
                    <a:pt x="0" y="123063"/>
                  </a:cubicBezTo>
                  <a:lnTo>
                    <a:pt x="0" y="123063"/>
                  </a:lnTo>
                  <a:cubicBezTo>
                    <a:pt x="0" y="55143"/>
                    <a:pt x="55143" y="0"/>
                    <a:pt x="123063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Text 65"/>
            <p:cNvSpPr/>
            <p:nvPr/>
          </p:nvSpPr>
          <p:spPr>
            <a:xfrm>
              <a:off x="10733048" y="6276199"/>
              <a:ext cx="993292" cy="246125"/>
            </a:xfrm>
            <a:prstGeom prst="rect">
              <a:avLst/>
            </a:prstGeom>
            <a:noFill/>
            <a:ln/>
          </p:spPr>
          <p:txBody>
            <a:bodyPr wrap="square" lIns="105482" tIns="35161" rIns="105482" bIns="35161" rtlCol="0" anchor="ctr"/>
            <a:lstStyle/>
            <a:p>
              <a:pPr>
                <a:lnSpc>
                  <a:spcPct val="120000"/>
                </a:lnSpc>
              </a:pPr>
              <a:r>
                <a:rPr lang="en-US" sz="969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Customizable</a:t>
              </a:r>
              <a:endParaRPr lang="en-US" sz="1600" dirty="0"/>
            </a:p>
          </p:txBody>
        </p:sp>
      </p:grp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F3C95-72D7-8278-B084-A44A0F4A1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CC359B4-A5BE-B997-A43C-5F2F63CA14EB}"/>
              </a:ext>
            </a:extLst>
          </p:cNvPr>
          <p:cNvSpPr/>
          <p:nvPr/>
        </p:nvSpPr>
        <p:spPr>
          <a:xfrm>
            <a:off x="351608" y="404349"/>
            <a:ext cx="421929" cy="421929"/>
          </a:xfrm>
          <a:custGeom>
            <a:avLst/>
            <a:gdLst/>
            <a:ahLst/>
            <a:cxnLst/>
            <a:rect l="l" t="t" r="r" b="b"/>
            <a:pathLst>
              <a:path w="421929" h="421929">
                <a:moveTo>
                  <a:pt x="105482" y="0"/>
                </a:moveTo>
                <a:lnTo>
                  <a:pt x="316447" y="0"/>
                </a:lnTo>
                <a:cubicBezTo>
                  <a:pt x="374664" y="0"/>
                  <a:pt x="421929" y="47265"/>
                  <a:pt x="421929" y="105482"/>
                </a:cubicBezTo>
                <a:lnTo>
                  <a:pt x="421929" y="316447"/>
                </a:lnTo>
                <a:cubicBezTo>
                  <a:pt x="421929" y="374664"/>
                  <a:pt x="374664" y="421929"/>
                  <a:pt x="316447" y="421929"/>
                </a:cubicBezTo>
                <a:lnTo>
                  <a:pt x="105482" y="421929"/>
                </a:lnTo>
                <a:cubicBezTo>
                  <a:pt x="47265" y="421929"/>
                  <a:pt x="0" y="374664"/>
                  <a:pt x="0" y="316447"/>
                </a:cubicBezTo>
                <a:lnTo>
                  <a:pt x="0" y="105482"/>
                </a:lnTo>
                <a:cubicBezTo>
                  <a:pt x="0" y="47265"/>
                  <a:pt x="47265" y="0"/>
                  <a:pt x="105482" y="0"/>
                </a:cubicBezTo>
                <a:close/>
              </a:path>
            </a:pathLst>
          </a:custGeom>
          <a:gradFill flip="none" rotWithShape="1">
            <a:gsLst>
              <a:gs pos="0">
                <a:srgbClr val="0EA5E9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B25C8B3-B567-BD52-69BB-D331DFECC0B7}"/>
              </a:ext>
            </a:extLst>
          </p:cNvPr>
          <p:cNvSpPr/>
          <p:nvPr/>
        </p:nvSpPr>
        <p:spPr>
          <a:xfrm>
            <a:off x="474671" y="527412"/>
            <a:ext cx="175804" cy="175804"/>
          </a:xfrm>
          <a:custGeom>
            <a:avLst/>
            <a:gdLst/>
            <a:ahLst/>
            <a:cxnLst/>
            <a:rect l="l" t="t" r="r" b="b"/>
            <a:pathLst>
              <a:path w="175804" h="175804">
                <a:moveTo>
                  <a:pt x="60433" y="19229"/>
                </a:moveTo>
                <a:lnTo>
                  <a:pt x="60433" y="32963"/>
                </a:lnTo>
                <a:lnTo>
                  <a:pt x="115371" y="32963"/>
                </a:lnTo>
                <a:lnTo>
                  <a:pt x="115371" y="19229"/>
                </a:lnTo>
                <a:cubicBezTo>
                  <a:pt x="115371" y="17718"/>
                  <a:pt x="114135" y="16482"/>
                  <a:pt x="112624" y="16482"/>
                </a:cubicBezTo>
                <a:lnTo>
                  <a:pt x="63180" y="16482"/>
                </a:lnTo>
                <a:cubicBezTo>
                  <a:pt x="61669" y="16482"/>
                  <a:pt x="60433" y="17718"/>
                  <a:pt x="60433" y="19229"/>
                </a:cubicBezTo>
                <a:close/>
                <a:moveTo>
                  <a:pt x="43951" y="32963"/>
                </a:moveTo>
                <a:lnTo>
                  <a:pt x="43951" y="19229"/>
                </a:lnTo>
                <a:cubicBezTo>
                  <a:pt x="43951" y="8619"/>
                  <a:pt x="52569" y="0"/>
                  <a:pt x="63180" y="0"/>
                </a:cubicBezTo>
                <a:lnTo>
                  <a:pt x="112624" y="0"/>
                </a:lnTo>
                <a:cubicBezTo>
                  <a:pt x="123234" y="0"/>
                  <a:pt x="131853" y="8619"/>
                  <a:pt x="131853" y="19229"/>
                </a:cubicBezTo>
                <a:lnTo>
                  <a:pt x="131853" y="32963"/>
                </a:lnTo>
                <a:lnTo>
                  <a:pt x="141502" y="32963"/>
                </a:lnTo>
                <a:cubicBezTo>
                  <a:pt x="145862" y="32963"/>
                  <a:pt x="150051" y="34714"/>
                  <a:pt x="153142" y="37805"/>
                </a:cubicBezTo>
                <a:lnTo>
                  <a:pt x="170962" y="55625"/>
                </a:lnTo>
                <a:cubicBezTo>
                  <a:pt x="174053" y="58716"/>
                  <a:pt x="175804" y="62905"/>
                  <a:pt x="175804" y="67266"/>
                </a:cubicBezTo>
                <a:lnTo>
                  <a:pt x="175804" y="93396"/>
                </a:lnTo>
                <a:lnTo>
                  <a:pt x="129106" y="93396"/>
                </a:lnTo>
                <a:lnTo>
                  <a:pt x="129106" y="87902"/>
                </a:lnTo>
                <a:cubicBezTo>
                  <a:pt x="129106" y="83335"/>
                  <a:pt x="125432" y="79661"/>
                  <a:pt x="120865" y="79661"/>
                </a:cubicBezTo>
                <a:cubicBezTo>
                  <a:pt x="116298" y="79661"/>
                  <a:pt x="112624" y="83335"/>
                  <a:pt x="112624" y="87902"/>
                </a:cubicBezTo>
                <a:lnTo>
                  <a:pt x="112624" y="93396"/>
                </a:lnTo>
                <a:lnTo>
                  <a:pt x="63180" y="93396"/>
                </a:lnTo>
                <a:lnTo>
                  <a:pt x="63180" y="87902"/>
                </a:lnTo>
                <a:cubicBezTo>
                  <a:pt x="63180" y="83335"/>
                  <a:pt x="59505" y="79661"/>
                  <a:pt x="54939" y="79661"/>
                </a:cubicBezTo>
                <a:cubicBezTo>
                  <a:pt x="50372" y="79661"/>
                  <a:pt x="46698" y="83335"/>
                  <a:pt x="46698" y="87902"/>
                </a:cubicBezTo>
                <a:lnTo>
                  <a:pt x="46698" y="93396"/>
                </a:lnTo>
                <a:lnTo>
                  <a:pt x="0" y="93396"/>
                </a:lnTo>
                <a:lnTo>
                  <a:pt x="0" y="67266"/>
                </a:lnTo>
                <a:cubicBezTo>
                  <a:pt x="0" y="62905"/>
                  <a:pt x="1751" y="58716"/>
                  <a:pt x="4841" y="55625"/>
                </a:cubicBezTo>
                <a:lnTo>
                  <a:pt x="22662" y="37805"/>
                </a:lnTo>
                <a:cubicBezTo>
                  <a:pt x="25753" y="34714"/>
                  <a:pt x="29942" y="32963"/>
                  <a:pt x="34302" y="32963"/>
                </a:cubicBezTo>
                <a:lnTo>
                  <a:pt x="43951" y="32963"/>
                </a:lnTo>
                <a:close/>
                <a:moveTo>
                  <a:pt x="0" y="142841"/>
                </a:moveTo>
                <a:lnTo>
                  <a:pt x="0" y="109877"/>
                </a:lnTo>
                <a:lnTo>
                  <a:pt x="46698" y="109877"/>
                </a:lnTo>
                <a:lnTo>
                  <a:pt x="46698" y="115371"/>
                </a:lnTo>
                <a:cubicBezTo>
                  <a:pt x="46698" y="119938"/>
                  <a:pt x="50372" y="123612"/>
                  <a:pt x="54939" y="123612"/>
                </a:cubicBezTo>
                <a:cubicBezTo>
                  <a:pt x="59505" y="123612"/>
                  <a:pt x="63180" y="119938"/>
                  <a:pt x="63180" y="115371"/>
                </a:cubicBezTo>
                <a:lnTo>
                  <a:pt x="63180" y="109877"/>
                </a:lnTo>
                <a:lnTo>
                  <a:pt x="112624" y="109877"/>
                </a:lnTo>
                <a:lnTo>
                  <a:pt x="112624" y="115371"/>
                </a:lnTo>
                <a:cubicBezTo>
                  <a:pt x="112624" y="119938"/>
                  <a:pt x="116298" y="123612"/>
                  <a:pt x="120865" y="123612"/>
                </a:cubicBezTo>
                <a:cubicBezTo>
                  <a:pt x="125432" y="123612"/>
                  <a:pt x="129106" y="119938"/>
                  <a:pt x="129106" y="115371"/>
                </a:cubicBezTo>
                <a:lnTo>
                  <a:pt x="129106" y="109877"/>
                </a:lnTo>
                <a:lnTo>
                  <a:pt x="175804" y="109877"/>
                </a:lnTo>
                <a:lnTo>
                  <a:pt x="175804" y="142841"/>
                </a:lnTo>
                <a:cubicBezTo>
                  <a:pt x="175804" y="154962"/>
                  <a:pt x="165949" y="164816"/>
                  <a:pt x="153828" y="164816"/>
                </a:cubicBezTo>
                <a:lnTo>
                  <a:pt x="21975" y="164816"/>
                </a:lnTo>
                <a:cubicBezTo>
                  <a:pt x="9855" y="164816"/>
                  <a:pt x="0" y="154962"/>
                  <a:pt x="0" y="14284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A3A4CE5-F3D9-89FB-4CE6-E72327127430}"/>
              </a:ext>
            </a:extLst>
          </p:cNvPr>
          <p:cNvSpPr/>
          <p:nvPr/>
        </p:nvSpPr>
        <p:spPr>
          <a:xfrm>
            <a:off x="879019" y="351608"/>
            <a:ext cx="3120519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b="1" kern="0" spc="48" dirty="0" err="1">
                <a:solidFill>
                  <a:srgbClr val="0EA5E9"/>
                </a:solidFill>
                <a:latin typeface="Quattrocento Sans" pitchFamily="34" charset="0"/>
              </a:rPr>
              <a:t>StakeHolders</a:t>
            </a: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A9D0492-21D6-1852-87D2-9E0AAD55D15A}"/>
              </a:ext>
            </a:extLst>
          </p:cNvPr>
          <p:cNvSpPr/>
          <p:nvPr/>
        </p:nvSpPr>
        <p:spPr>
          <a:xfrm>
            <a:off x="879019" y="527412"/>
            <a:ext cx="5124684" cy="351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800" dirty="0"/>
              <a:t>Users of the LIS and Their Roles</a:t>
            </a:r>
            <a:endParaRPr lang="en-US" sz="1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98BA4CF-D155-DD70-1B3D-BCD41E39E6F0}"/>
              </a:ext>
            </a:extLst>
          </p:cNvPr>
          <p:cNvSpPr/>
          <p:nvPr/>
        </p:nvSpPr>
        <p:spPr>
          <a:xfrm>
            <a:off x="369188" y="1336110"/>
            <a:ext cx="5634515" cy="2144807"/>
          </a:xfrm>
          <a:custGeom>
            <a:avLst/>
            <a:gdLst/>
            <a:ahLst/>
            <a:cxnLst/>
            <a:rect l="l" t="t" r="r" b="b"/>
            <a:pathLst>
              <a:path w="5634515" h="2144807">
                <a:moveTo>
                  <a:pt x="35161" y="0"/>
                </a:moveTo>
                <a:lnTo>
                  <a:pt x="5493880" y="0"/>
                </a:lnTo>
                <a:cubicBezTo>
                  <a:pt x="5571550" y="0"/>
                  <a:pt x="5634515" y="62964"/>
                  <a:pt x="5634515" y="140635"/>
                </a:cubicBezTo>
                <a:lnTo>
                  <a:pt x="5634515" y="2004172"/>
                </a:lnTo>
                <a:cubicBezTo>
                  <a:pt x="5634515" y="2081843"/>
                  <a:pt x="5571550" y="2144807"/>
                  <a:pt x="5493880" y="2144807"/>
                </a:cubicBezTo>
                <a:lnTo>
                  <a:pt x="35161" y="2144807"/>
                </a:lnTo>
                <a:cubicBezTo>
                  <a:pt x="15742" y="2144807"/>
                  <a:pt x="0" y="2129065"/>
                  <a:pt x="0" y="2109647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853" dist="8790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CFC9494-9295-8775-6BE4-3A7FB7E1896E}"/>
              </a:ext>
            </a:extLst>
          </p:cNvPr>
          <p:cNvSpPr/>
          <p:nvPr/>
        </p:nvSpPr>
        <p:spPr>
          <a:xfrm>
            <a:off x="369188" y="1336110"/>
            <a:ext cx="35161" cy="2144807"/>
          </a:xfrm>
          <a:custGeom>
            <a:avLst/>
            <a:gdLst/>
            <a:ahLst/>
            <a:cxnLst/>
            <a:rect l="l" t="t" r="r" b="b"/>
            <a:pathLst>
              <a:path w="35161" h="2144807">
                <a:moveTo>
                  <a:pt x="35161" y="0"/>
                </a:moveTo>
                <a:lnTo>
                  <a:pt x="35161" y="0"/>
                </a:lnTo>
                <a:lnTo>
                  <a:pt x="35161" y="2144807"/>
                </a:lnTo>
                <a:lnTo>
                  <a:pt x="35161" y="2144807"/>
                </a:lnTo>
                <a:cubicBezTo>
                  <a:pt x="15742" y="2144807"/>
                  <a:pt x="0" y="2129065"/>
                  <a:pt x="0" y="2109647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61D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6348CE6-9DBE-0988-3D8B-654E8499EB03}"/>
              </a:ext>
            </a:extLst>
          </p:cNvPr>
          <p:cNvSpPr/>
          <p:nvPr/>
        </p:nvSpPr>
        <p:spPr>
          <a:xfrm>
            <a:off x="597733" y="1547074"/>
            <a:ext cx="703216" cy="703216"/>
          </a:xfrm>
          <a:custGeom>
            <a:avLst/>
            <a:gdLst/>
            <a:ahLst/>
            <a:cxnLst/>
            <a:rect l="l" t="t" r="r" b="b"/>
            <a:pathLst>
              <a:path w="703216" h="703216">
                <a:moveTo>
                  <a:pt x="105482" y="0"/>
                </a:moveTo>
                <a:lnTo>
                  <a:pt x="597733" y="0"/>
                </a:lnTo>
                <a:cubicBezTo>
                  <a:pt x="655951" y="0"/>
                  <a:pt x="703216" y="47265"/>
                  <a:pt x="703216" y="105482"/>
                </a:cubicBezTo>
                <a:lnTo>
                  <a:pt x="703216" y="597733"/>
                </a:lnTo>
                <a:cubicBezTo>
                  <a:pt x="703216" y="655951"/>
                  <a:pt x="655951" y="703216"/>
                  <a:pt x="597733" y="703216"/>
                </a:cubicBezTo>
                <a:lnTo>
                  <a:pt x="105482" y="703216"/>
                </a:lnTo>
                <a:cubicBezTo>
                  <a:pt x="47265" y="703216"/>
                  <a:pt x="0" y="655951"/>
                  <a:pt x="0" y="597733"/>
                </a:cubicBezTo>
                <a:lnTo>
                  <a:pt x="0" y="105482"/>
                </a:lnTo>
                <a:cubicBezTo>
                  <a:pt x="0" y="47265"/>
                  <a:pt x="47265" y="0"/>
                  <a:pt x="105482" y="0"/>
                </a:cubicBezTo>
                <a:close/>
              </a:path>
            </a:pathLst>
          </a:custGeom>
          <a:gradFill flip="none" rotWithShape="1">
            <a:gsLst>
              <a:gs pos="0">
                <a:srgbClr val="61DAFB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CFA2F9B-D38E-81FE-27D3-17187CB15010}"/>
              </a:ext>
            </a:extLst>
          </p:cNvPr>
          <p:cNvSpPr/>
          <p:nvPr/>
        </p:nvSpPr>
        <p:spPr>
          <a:xfrm>
            <a:off x="1441592" y="1740459"/>
            <a:ext cx="1760896" cy="316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/>
              <a:t>Administrator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DCCE894-A087-08CE-1CD9-DBDF41FE8793}"/>
              </a:ext>
            </a:extLst>
          </p:cNvPr>
          <p:cNvSpPr/>
          <p:nvPr/>
        </p:nvSpPr>
        <p:spPr>
          <a:xfrm>
            <a:off x="597733" y="2426094"/>
            <a:ext cx="5265327" cy="457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6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3AD52AC-D9E3-2188-6750-134390DFF5D6}"/>
              </a:ext>
            </a:extLst>
          </p:cNvPr>
          <p:cNvSpPr/>
          <p:nvPr/>
        </p:nvSpPr>
        <p:spPr>
          <a:xfrm>
            <a:off x="6199944" y="1336110"/>
            <a:ext cx="5634515" cy="2144807"/>
          </a:xfrm>
          <a:custGeom>
            <a:avLst/>
            <a:gdLst/>
            <a:ahLst/>
            <a:cxnLst/>
            <a:rect l="l" t="t" r="r" b="b"/>
            <a:pathLst>
              <a:path w="5634515" h="2144807">
                <a:moveTo>
                  <a:pt x="35161" y="0"/>
                </a:moveTo>
                <a:lnTo>
                  <a:pt x="5493880" y="0"/>
                </a:lnTo>
                <a:cubicBezTo>
                  <a:pt x="5571550" y="0"/>
                  <a:pt x="5634515" y="62964"/>
                  <a:pt x="5634515" y="140635"/>
                </a:cubicBezTo>
                <a:lnTo>
                  <a:pt x="5634515" y="2004172"/>
                </a:lnTo>
                <a:cubicBezTo>
                  <a:pt x="5634515" y="2081843"/>
                  <a:pt x="5571550" y="2144807"/>
                  <a:pt x="5493880" y="2144807"/>
                </a:cubicBezTo>
                <a:lnTo>
                  <a:pt x="35161" y="2144807"/>
                </a:lnTo>
                <a:cubicBezTo>
                  <a:pt x="15742" y="2144807"/>
                  <a:pt x="0" y="2129065"/>
                  <a:pt x="0" y="2109647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853" dist="8790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0E62E729-F711-BBCE-2439-E7909FAE5E73}"/>
              </a:ext>
            </a:extLst>
          </p:cNvPr>
          <p:cNvSpPr/>
          <p:nvPr/>
        </p:nvSpPr>
        <p:spPr>
          <a:xfrm>
            <a:off x="6199944" y="1336110"/>
            <a:ext cx="35161" cy="2144807"/>
          </a:xfrm>
          <a:custGeom>
            <a:avLst/>
            <a:gdLst/>
            <a:ahLst/>
            <a:cxnLst/>
            <a:rect l="l" t="t" r="r" b="b"/>
            <a:pathLst>
              <a:path w="35161" h="2144807">
                <a:moveTo>
                  <a:pt x="35161" y="0"/>
                </a:moveTo>
                <a:lnTo>
                  <a:pt x="35161" y="0"/>
                </a:lnTo>
                <a:lnTo>
                  <a:pt x="35161" y="2144807"/>
                </a:lnTo>
                <a:lnTo>
                  <a:pt x="35161" y="2144807"/>
                </a:lnTo>
                <a:cubicBezTo>
                  <a:pt x="15742" y="2144807"/>
                  <a:pt x="0" y="2129065"/>
                  <a:pt x="0" y="2109647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578B042-CF01-CF28-1ADF-74D5D1548F4E}"/>
              </a:ext>
            </a:extLst>
          </p:cNvPr>
          <p:cNvSpPr/>
          <p:nvPr/>
        </p:nvSpPr>
        <p:spPr>
          <a:xfrm>
            <a:off x="6428489" y="1547074"/>
            <a:ext cx="703216" cy="703216"/>
          </a:xfrm>
          <a:custGeom>
            <a:avLst/>
            <a:gdLst/>
            <a:ahLst/>
            <a:cxnLst/>
            <a:rect l="l" t="t" r="r" b="b"/>
            <a:pathLst>
              <a:path w="703216" h="703216">
                <a:moveTo>
                  <a:pt x="105482" y="0"/>
                </a:moveTo>
                <a:lnTo>
                  <a:pt x="597733" y="0"/>
                </a:lnTo>
                <a:cubicBezTo>
                  <a:pt x="655951" y="0"/>
                  <a:pt x="703216" y="47265"/>
                  <a:pt x="703216" y="105482"/>
                </a:cubicBezTo>
                <a:lnTo>
                  <a:pt x="703216" y="597733"/>
                </a:lnTo>
                <a:cubicBezTo>
                  <a:pt x="703216" y="655951"/>
                  <a:pt x="655951" y="703216"/>
                  <a:pt x="597733" y="703216"/>
                </a:cubicBezTo>
                <a:lnTo>
                  <a:pt x="105482" y="703216"/>
                </a:lnTo>
                <a:cubicBezTo>
                  <a:pt x="47265" y="703216"/>
                  <a:pt x="0" y="655951"/>
                  <a:pt x="0" y="597733"/>
                </a:cubicBezTo>
                <a:lnTo>
                  <a:pt x="0" y="105482"/>
                </a:lnTo>
                <a:cubicBezTo>
                  <a:pt x="0" y="47265"/>
                  <a:pt x="47265" y="0"/>
                  <a:pt x="105482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DF8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7F8C964-ED73-E7B0-FE1F-E1124105CBC3}"/>
              </a:ext>
            </a:extLst>
          </p:cNvPr>
          <p:cNvSpPr/>
          <p:nvPr/>
        </p:nvSpPr>
        <p:spPr>
          <a:xfrm>
            <a:off x="7237187" y="1775620"/>
            <a:ext cx="1336110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/>
              <a:t>Technician</a:t>
            </a: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45E275CB-3D5B-0A6C-BB5D-97CD37BE1312}"/>
              </a:ext>
            </a:extLst>
          </p:cNvPr>
          <p:cNvSpPr/>
          <p:nvPr/>
        </p:nvSpPr>
        <p:spPr>
          <a:xfrm>
            <a:off x="369188" y="3656721"/>
            <a:ext cx="5634515" cy="2144807"/>
          </a:xfrm>
          <a:custGeom>
            <a:avLst/>
            <a:gdLst/>
            <a:ahLst/>
            <a:cxnLst/>
            <a:rect l="l" t="t" r="r" b="b"/>
            <a:pathLst>
              <a:path w="5634515" h="2144807">
                <a:moveTo>
                  <a:pt x="35161" y="0"/>
                </a:moveTo>
                <a:lnTo>
                  <a:pt x="5493880" y="0"/>
                </a:lnTo>
                <a:cubicBezTo>
                  <a:pt x="5571550" y="0"/>
                  <a:pt x="5634515" y="62964"/>
                  <a:pt x="5634515" y="140635"/>
                </a:cubicBezTo>
                <a:lnTo>
                  <a:pt x="5634515" y="2004172"/>
                </a:lnTo>
                <a:cubicBezTo>
                  <a:pt x="5634515" y="2081843"/>
                  <a:pt x="5571550" y="2144807"/>
                  <a:pt x="5493880" y="2144807"/>
                </a:cubicBezTo>
                <a:lnTo>
                  <a:pt x="35161" y="2144807"/>
                </a:lnTo>
                <a:cubicBezTo>
                  <a:pt x="15742" y="2144807"/>
                  <a:pt x="0" y="2129065"/>
                  <a:pt x="0" y="2109647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853" dist="8790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0695587D-8BA6-AA2F-6224-1F724D2CA8D0}"/>
              </a:ext>
            </a:extLst>
          </p:cNvPr>
          <p:cNvSpPr/>
          <p:nvPr/>
        </p:nvSpPr>
        <p:spPr>
          <a:xfrm>
            <a:off x="369188" y="3656721"/>
            <a:ext cx="35161" cy="2144807"/>
          </a:xfrm>
          <a:custGeom>
            <a:avLst/>
            <a:gdLst/>
            <a:ahLst/>
            <a:cxnLst/>
            <a:rect l="l" t="t" r="r" b="b"/>
            <a:pathLst>
              <a:path w="35161" h="2144807">
                <a:moveTo>
                  <a:pt x="35161" y="0"/>
                </a:moveTo>
                <a:lnTo>
                  <a:pt x="35161" y="0"/>
                </a:lnTo>
                <a:lnTo>
                  <a:pt x="35161" y="2144807"/>
                </a:lnTo>
                <a:lnTo>
                  <a:pt x="35161" y="2144807"/>
                </a:lnTo>
                <a:cubicBezTo>
                  <a:pt x="15742" y="2144807"/>
                  <a:pt x="0" y="2129065"/>
                  <a:pt x="0" y="2109647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68A0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8E7F1BF4-605C-0B49-66F2-711A929D4CB2}"/>
              </a:ext>
            </a:extLst>
          </p:cNvPr>
          <p:cNvSpPr/>
          <p:nvPr/>
        </p:nvSpPr>
        <p:spPr>
          <a:xfrm>
            <a:off x="597733" y="3867686"/>
            <a:ext cx="703216" cy="703216"/>
          </a:xfrm>
          <a:custGeom>
            <a:avLst/>
            <a:gdLst/>
            <a:ahLst/>
            <a:cxnLst/>
            <a:rect l="l" t="t" r="r" b="b"/>
            <a:pathLst>
              <a:path w="703216" h="703216">
                <a:moveTo>
                  <a:pt x="105482" y="0"/>
                </a:moveTo>
                <a:lnTo>
                  <a:pt x="597733" y="0"/>
                </a:lnTo>
                <a:cubicBezTo>
                  <a:pt x="655951" y="0"/>
                  <a:pt x="703216" y="47265"/>
                  <a:pt x="703216" y="105482"/>
                </a:cubicBezTo>
                <a:lnTo>
                  <a:pt x="703216" y="597733"/>
                </a:lnTo>
                <a:cubicBezTo>
                  <a:pt x="703216" y="655951"/>
                  <a:pt x="655951" y="703216"/>
                  <a:pt x="597733" y="703216"/>
                </a:cubicBezTo>
                <a:lnTo>
                  <a:pt x="105482" y="703216"/>
                </a:lnTo>
                <a:cubicBezTo>
                  <a:pt x="47265" y="703216"/>
                  <a:pt x="0" y="655951"/>
                  <a:pt x="0" y="597733"/>
                </a:cubicBezTo>
                <a:lnTo>
                  <a:pt x="0" y="105482"/>
                </a:lnTo>
                <a:cubicBezTo>
                  <a:pt x="0" y="47265"/>
                  <a:pt x="47265" y="0"/>
                  <a:pt x="105482" y="0"/>
                </a:cubicBezTo>
                <a:close/>
              </a:path>
            </a:pathLst>
          </a:custGeom>
          <a:gradFill flip="none" rotWithShape="1">
            <a:gsLst>
              <a:gs pos="0">
                <a:srgbClr val="68A063"/>
              </a:gs>
              <a:gs pos="100000">
                <a:srgbClr val="3C873A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0DB85C8A-5DB9-AE9C-8E01-486B79FD729A}"/>
              </a:ext>
            </a:extLst>
          </p:cNvPr>
          <p:cNvSpPr/>
          <p:nvPr/>
        </p:nvSpPr>
        <p:spPr>
          <a:xfrm>
            <a:off x="1441592" y="3990748"/>
            <a:ext cx="1426868" cy="263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/>
              <a:t>Receptionist</a:t>
            </a: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59BB00A9-1583-1F9E-D14F-D3890D54C22D}"/>
              </a:ext>
            </a:extLst>
          </p:cNvPr>
          <p:cNvSpPr/>
          <p:nvPr/>
        </p:nvSpPr>
        <p:spPr>
          <a:xfrm>
            <a:off x="6199944" y="3656721"/>
            <a:ext cx="5634515" cy="2144807"/>
          </a:xfrm>
          <a:custGeom>
            <a:avLst/>
            <a:gdLst/>
            <a:ahLst/>
            <a:cxnLst/>
            <a:rect l="l" t="t" r="r" b="b"/>
            <a:pathLst>
              <a:path w="5634515" h="2144807">
                <a:moveTo>
                  <a:pt x="35161" y="0"/>
                </a:moveTo>
                <a:lnTo>
                  <a:pt x="5493880" y="0"/>
                </a:lnTo>
                <a:cubicBezTo>
                  <a:pt x="5571550" y="0"/>
                  <a:pt x="5634515" y="62964"/>
                  <a:pt x="5634515" y="140635"/>
                </a:cubicBezTo>
                <a:lnTo>
                  <a:pt x="5634515" y="2004172"/>
                </a:lnTo>
                <a:cubicBezTo>
                  <a:pt x="5634515" y="2081843"/>
                  <a:pt x="5571550" y="2144807"/>
                  <a:pt x="5493880" y="2144807"/>
                </a:cubicBezTo>
                <a:lnTo>
                  <a:pt x="35161" y="2144807"/>
                </a:lnTo>
                <a:cubicBezTo>
                  <a:pt x="15742" y="2144807"/>
                  <a:pt x="0" y="2129065"/>
                  <a:pt x="0" y="2109647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853" dist="8790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1F5444BA-572B-8B8D-CC22-C0E99200053C}"/>
              </a:ext>
            </a:extLst>
          </p:cNvPr>
          <p:cNvSpPr/>
          <p:nvPr/>
        </p:nvSpPr>
        <p:spPr>
          <a:xfrm>
            <a:off x="6199944" y="3656721"/>
            <a:ext cx="35161" cy="2144807"/>
          </a:xfrm>
          <a:custGeom>
            <a:avLst/>
            <a:gdLst/>
            <a:ahLst/>
            <a:cxnLst/>
            <a:rect l="l" t="t" r="r" b="b"/>
            <a:pathLst>
              <a:path w="35161" h="2144807">
                <a:moveTo>
                  <a:pt x="35161" y="0"/>
                </a:moveTo>
                <a:lnTo>
                  <a:pt x="35161" y="0"/>
                </a:lnTo>
                <a:lnTo>
                  <a:pt x="35161" y="2144807"/>
                </a:lnTo>
                <a:lnTo>
                  <a:pt x="35161" y="2144807"/>
                </a:lnTo>
                <a:cubicBezTo>
                  <a:pt x="15742" y="2144807"/>
                  <a:pt x="0" y="2129065"/>
                  <a:pt x="0" y="2109647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3367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AA267B3C-1B95-2194-027B-91D1E15EF7A5}"/>
              </a:ext>
            </a:extLst>
          </p:cNvPr>
          <p:cNvSpPr/>
          <p:nvPr/>
        </p:nvSpPr>
        <p:spPr>
          <a:xfrm>
            <a:off x="6428489" y="3867686"/>
            <a:ext cx="703216" cy="703216"/>
          </a:xfrm>
          <a:custGeom>
            <a:avLst/>
            <a:gdLst/>
            <a:ahLst/>
            <a:cxnLst/>
            <a:rect l="l" t="t" r="r" b="b"/>
            <a:pathLst>
              <a:path w="703216" h="703216">
                <a:moveTo>
                  <a:pt x="105482" y="0"/>
                </a:moveTo>
                <a:lnTo>
                  <a:pt x="597733" y="0"/>
                </a:lnTo>
                <a:cubicBezTo>
                  <a:pt x="655951" y="0"/>
                  <a:pt x="703216" y="47265"/>
                  <a:pt x="703216" y="105482"/>
                </a:cubicBezTo>
                <a:lnTo>
                  <a:pt x="703216" y="597733"/>
                </a:lnTo>
                <a:cubicBezTo>
                  <a:pt x="703216" y="655951"/>
                  <a:pt x="655951" y="703216"/>
                  <a:pt x="597733" y="703216"/>
                </a:cubicBezTo>
                <a:lnTo>
                  <a:pt x="105482" y="703216"/>
                </a:lnTo>
                <a:cubicBezTo>
                  <a:pt x="47265" y="703216"/>
                  <a:pt x="0" y="655951"/>
                  <a:pt x="0" y="597733"/>
                </a:cubicBezTo>
                <a:lnTo>
                  <a:pt x="0" y="105482"/>
                </a:lnTo>
                <a:cubicBezTo>
                  <a:pt x="0" y="47265"/>
                  <a:pt x="47265" y="0"/>
                  <a:pt x="105482" y="0"/>
                </a:cubicBezTo>
                <a:close/>
              </a:path>
            </a:pathLst>
          </a:custGeom>
          <a:gradFill flip="none" rotWithShape="1">
            <a:gsLst>
              <a:gs pos="0">
                <a:srgbClr val="336791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27D4879B-2010-30EF-C223-EAF614886096}"/>
              </a:ext>
            </a:extLst>
          </p:cNvPr>
          <p:cNvSpPr/>
          <p:nvPr/>
        </p:nvSpPr>
        <p:spPr>
          <a:xfrm>
            <a:off x="7272348" y="3973168"/>
            <a:ext cx="1230627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/>
              <a:t>Patient</a:t>
            </a:r>
          </a:p>
        </p:txBody>
      </p:sp>
      <p:sp>
        <p:nvSpPr>
          <p:cNvPr id="70" name="Rectangle 2">
            <a:extLst>
              <a:ext uri="{FF2B5EF4-FFF2-40B4-BE49-F238E27FC236}">
                <a16:creationId xmlns:a16="http://schemas.microsoft.com/office/drawing/2014/main" id="{EEBE2ACE-B18A-0E09-A199-0705838CA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78" y="2485121"/>
            <a:ext cx="4135171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Manages user accounts and role-based access control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Oversees audit trails and compliance reporting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Monitors system performance and security</a:t>
            </a:r>
          </a:p>
        </p:txBody>
      </p:sp>
      <p:sp>
        <p:nvSpPr>
          <p:cNvPr id="71" name="Rectangle 3">
            <a:extLst>
              <a:ext uri="{FF2B5EF4-FFF2-40B4-BE49-F238E27FC236}">
                <a16:creationId xmlns:a16="http://schemas.microsoft.com/office/drawing/2014/main" id="{C8F3E430-D99A-B6A9-6961-AC2294685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7034" y="2460139"/>
            <a:ext cx="5544117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Inputs test results from semi-automatic equipment using  </a:t>
            </a:r>
            <a:r>
              <a:rPr lang="en-US" altLang="en-US" sz="1400" dirty="0">
                <a:latin typeface="+mj-lt"/>
              </a:rPr>
              <a:t>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validated forms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Ensures accuracy of diagnostic data before report generation</a:t>
            </a:r>
          </a:p>
        </p:txBody>
      </p:sp>
      <p:sp>
        <p:nvSpPr>
          <p:cNvPr id="72" name="Rectangle 4">
            <a:extLst>
              <a:ext uri="{FF2B5EF4-FFF2-40B4-BE49-F238E27FC236}">
                <a16:creationId xmlns:a16="http://schemas.microsoft.com/office/drawing/2014/main" id="{DBE3F83C-AB21-E4A0-F428-60623A3D78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38" y="4730040"/>
            <a:ext cx="542902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Handles patient registration and appointment scheduling via the online portal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Manages billing and payment tracking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Provides frontline support for patient inquiries</a:t>
            </a:r>
          </a:p>
        </p:txBody>
      </p:sp>
      <p:sp>
        <p:nvSpPr>
          <p:cNvPr id="73" name="Rectangle 5">
            <a:extLst>
              <a:ext uri="{FF2B5EF4-FFF2-40B4-BE49-F238E27FC236}">
                <a16:creationId xmlns:a16="http://schemas.microsoft.com/office/drawing/2014/main" id="{98639AE7-C9F0-9AEF-61E0-1C9B05C7B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9885" y="4837761"/>
            <a:ext cx="4330673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Books, reschedules, or cancels appointments online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Receives SMS/email notifications for results and updates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Accesses digital laboratory reports securely anytime</a:t>
            </a:r>
          </a:p>
        </p:txBody>
      </p:sp>
      <p:sp>
        <p:nvSpPr>
          <p:cNvPr id="75" name="Shape 36">
            <a:extLst>
              <a:ext uri="{FF2B5EF4-FFF2-40B4-BE49-F238E27FC236}">
                <a16:creationId xmlns:a16="http://schemas.microsoft.com/office/drawing/2014/main" id="{FCA4965B-2FA1-E899-4305-C9D94F153981}"/>
              </a:ext>
            </a:extLst>
          </p:cNvPr>
          <p:cNvSpPr/>
          <p:nvPr/>
        </p:nvSpPr>
        <p:spPr>
          <a:xfrm>
            <a:off x="794140" y="1765134"/>
            <a:ext cx="317376" cy="283326"/>
          </a:xfrm>
          <a:custGeom>
            <a:avLst/>
            <a:gdLst/>
            <a:ahLst/>
            <a:cxnLst/>
            <a:rect l="l" t="t" r="r" b="b"/>
            <a:pathLst>
              <a:path w="218651" h="174921">
                <a:moveTo>
                  <a:pt x="46463" y="43730"/>
                </a:moveTo>
                <a:cubicBezTo>
                  <a:pt x="46463" y="21103"/>
                  <a:pt x="64834" y="2733"/>
                  <a:pt x="87461" y="2733"/>
                </a:cubicBezTo>
                <a:cubicBezTo>
                  <a:pt x="110087" y="2733"/>
                  <a:pt x="128458" y="21103"/>
                  <a:pt x="128458" y="43730"/>
                </a:cubicBezTo>
                <a:cubicBezTo>
                  <a:pt x="128458" y="66357"/>
                  <a:pt x="110087" y="84727"/>
                  <a:pt x="87461" y="84727"/>
                </a:cubicBezTo>
                <a:cubicBezTo>
                  <a:pt x="64834" y="84727"/>
                  <a:pt x="46463" y="66357"/>
                  <a:pt x="46463" y="43730"/>
                </a:cubicBezTo>
                <a:close/>
                <a:moveTo>
                  <a:pt x="16399" y="164774"/>
                </a:moveTo>
                <a:cubicBezTo>
                  <a:pt x="16399" y="131122"/>
                  <a:pt x="43662" y="103859"/>
                  <a:pt x="77314" y="103859"/>
                </a:cubicBezTo>
                <a:lnTo>
                  <a:pt x="97607" y="103859"/>
                </a:lnTo>
                <a:cubicBezTo>
                  <a:pt x="131259" y="103859"/>
                  <a:pt x="158522" y="131122"/>
                  <a:pt x="158522" y="164774"/>
                </a:cubicBezTo>
                <a:cubicBezTo>
                  <a:pt x="158522" y="170377"/>
                  <a:pt x="153978" y="174921"/>
                  <a:pt x="148375" y="174921"/>
                </a:cubicBezTo>
                <a:lnTo>
                  <a:pt x="26546" y="174921"/>
                </a:lnTo>
                <a:cubicBezTo>
                  <a:pt x="20943" y="174921"/>
                  <a:pt x="16399" y="170377"/>
                  <a:pt x="16399" y="164774"/>
                </a:cubicBezTo>
                <a:close/>
                <a:moveTo>
                  <a:pt x="185854" y="32798"/>
                </a:moveTo>
                <a:cubicBezTo>
                  <a:pt x="190398" y="32798"/>
                  <a:pt x="194053" y="36453"/>
                  <a:pt x="194053" y="40997"/>
                </a:cubicBezTo>
                <a:lnTo>
                  <a:pt x="194053" y="57396"/>
                </a:lnTo>
                <a:lnTo>
                  <a:pt x="210452" y="57396"/>
                </a:lnTo>
                <a:cubicBezTo>
                  <a:pt x="214996" y="57396"/>
                  <a:pt x="218651" y="61052"/>
                  <a:pt x="218651" y="65595"/>
                </a:cubicBezTo>
                <a:cubicBezTo>
                  <a:pt x="218651" y="70139"/>
                  <a:pt x="214996" y="73795"/>
                  <a:pt x="210452" y="73795"/>
                </a:cubicBezTo>
                <a:lnTo>
                  <a:pt x="194053" y="73795"/>
                </a:lnTo>
                <a:lnTo>
                  <a:pt x="194053" y="90194"/>
                </a:lnTo>
                <a:cubicBezTo>
                  <a:pt x="194053" y="94738"/>
                  <a:pt x="190398" y="98393"/>
                  <a:pt x="185854" y="98393"/>
                </a:cubicBezTo>
                <a:cubicBezTo>
                  <a:pt x="181310" y="98393"/>
                  <a:pt x="177654" y="94738"/>
                  <a:pt x="177654" y="90194"/>
                </a:cubicBezTo>
                <a:lnTo>
                  <a:pt x="177654" y="73795"/>
                </a:lnTo>
                <a:lnTo>
                  <a:pt x="161255" y="73795"/>
                </a:lnTo>
                <a:cubicBezTo>
                  <a:pt x="156712" y="73795"/>
                  <a:pt x="153056" y="70139"/>
                  <a:pt x="153056" y="65595"/>
                </a:cubicBezTo>
                <a:cubicBezTo>
                  <a:pt x="153056" y="61052"/>
                  <a:pt x="156712" y="57396"/>
                  <a:pt x="161255" y="57396"/>
                </a:cubicBezTo>
                <a:lnTo>
                  <a:pt x="177654" y="57396"/>
                </a:lnTo>
                <a:lnTo>
                  <a:pt x="177654" y="40997"/>
                </a:lnTo>
                <a:cubicBezTo>
                  <a:pt x="177654" y="36453"/>
                  <a:pt x="181310" y="32798"/>
                  <a:pt x="185854" y="3279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32">
            <a:extLst>
              <a:ext uri="{FF2B5EF4-FFF2-40B4-BE49-F238E27FC236}">
                <a16:creationId xmlns:a16="http://schemas.microsoft.com/office/drawing/2014/main" id="{F98C0260-FD04-6750-AD6A-EB1A0376D3B9}"/>
              </a:ext>
            </a:extLst>
          </p:cNvPr>
          <p:cNvSpPr/>
          <p:nvPr/>
        </p:nvSpPr>
        <p:spPr>
          <a:xfrm>
            <a:off x="6628206" y="1798369"/>
            <a:ext cx="270953" cy="250091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0316" y="0"/>
                </a:moveTo>
                <a:cubicBezTo>
                  <a:pt x="157460" y="0"/>
                  <a:pt x="164306" y="2828"/>
                  <a:pt x="169329" y="7888"/>
                </a:cubicBezTo>
                <a:lnTo>
                  <a:pt x="182612" y="21171"/>
                </a:lnTo>
                <a:cubicBezTo>
                  <a:pt x="187672" y="26194"/>
                  <a:pt x="190500" y="33040"/>
                  <a:pt x="190500" y="40184"/>
                </a:cubicBezTo>
                <a:cubicBezTo>
                  <a:pt x="190500" y="47327"/>
                  <a:pt x="187672" y="54173"/>
                  <a:pt x="182612" y="59196"/>
                </a:cubicBezTo>
                <a:lnTo>
                  <a:pt x="165906" y="75902"/>
                </a:lnTo>
                <a:lnTo>
                  <a:pt x="114598" y="24594"/>
                </a:lnTo>
                <a:lnTo>
                  <a:pt x="131304" y="7888"/>
                </a:lnTo>
                <a:cubicBezTo>
                  <a:pt x="136327" y="2828"/>
                  <a:pt x="143173" y="0"/>
                  <a:pt x="150316" y="0"/>
                </a:cubicBezTo>
                <a:close/>
                <a:moveTo>
                  <a:pt x="21915" y="117239"/>
                </a:moveTo>
                <a:lnTo>
                  <a:pt x="101984" y="37207"/>
                </a:lnTo>
                <a:lnTo>
                  <a:pt x="153293" y="88516"/>
                </a:lnTo>
                <a:lnTo>
                  <a:pt x="73261" y="168585"/>
                </a:lnTo>
                <a:cubicBezTo>
                  <a:pt x="69279" y="172566"/>
                  <a:pt x="64294" y="175468"/>
                  <a:pt x="58862" y="176994"/>
                </a:cubicBezTo>
                <a:lnTo>
                  <a:pt x="11311" y="190165"/>
                </a:lnTo>
                <a:cubicBezTo>
                  <a:pt x="8223" y="191021"/>
                  <a:pt x="4874" y="190165"/>
                  <a:pt x="2604" y="187858"/>
                </a:cubicBezTo>
                <a:cubicBezTo>
                  <a:pt x="335" y="185551"/>
                  <a:pt x="-558" y="182240"/>
                  <a:pt x="298" y="179152"/>
                </a:cubicBezTo>
                <a:lnTo>
                  <a:pt x="13543" y="131638"/>
                </a:lnTo>
                <a:cubicBezTo>
                  <a:pt x="15069" y="126206"/>
                  <a:pt x="17934" y="121258"/>
                  <a:pt x="21952" y="117239"/>
                </a:cubicBezTo>
                <a:close/>
                <a:moveTo>
                  <a:pt x="83865" y="30063"/>
                </a:moveTo>
                <a:lnTo>
                  <a:pt x="30063" y="83865"/>
                </a:lnTo>
                <a:lnTo>
                  <a:pt x="4353" y="58155"/>
                </a:lnTo>
                <a:cubicBezTo>
                  <a:pt x="-1451" y="52350"/>
                  <a:pt x="-1451" y="42937"/>
                  <a:pt x="4353" y="37095"/>
                </a:cubicBezTo>
                <a:lnTo>
                  <a:pt x="37095" y="4353"/>
                </a:lnTo>
                <a:cubicBezTo>
                  <a:pt x="42900" y="-1451"/>
                  <a:pt x="52313" y="-1451"/>
                  <a:pt x="58155" y="4353"/>
                </a:cubicBezTo>
                <a:lnTo>
                  <a:pt x="60350" y="6548"/>
                </a:lnTo>
                <a:lnTo>
                  <a:pt x="39402" y="27496"/>
                </a:lnTo>
                <a:cubicBezTo>
                  <a:pt x="36500" y="30398"/>
                  <a:pt x="36500" y="35123"/>
                  <a:pt x="39402" y="38026"/>
                </a:cubicBezTo>
                <a:cubicBezTo>
                  <a:pt x="42304" y="40928"/>
                  <a:pt x="47030" y="40928"/>
                  <a:pt x="49932" y="38026"/>
                </a:cubicBezTo>
                <a:lnTo>
                  <a:pt x="70879" y="17078"/>
                </a:lnTo>
                <a:lnTo>
                  <a:pt x="83865" y="30063"/>
                </a:lnTo>
                <a:close/>
                <a:moveTo>
                  <a:pt x="160437" y="106635"/>
                </a:moveTo>
                <a:lnTo>
                  <a:pt x="173422" y="119621"/>
                </a:lnTo>
                <a:lnTo>
                  <a:pt x="152474" y="140568"/>
                </a:lnTo>
                <a:cubicBezTo>
                  <a:pt x="149572" y="143470"/>
                  <a:pt x="149572" y="148196"/>
                  <a:pt x="152474" y="151098"/>
                </a:cubicBezTo>
                <a:cubicBezTo>
                  <a:pt x="155377" y="154000"/>
                  <a:pt x="160102" y="154000"/>
                  <a:pt x="163004" y="151098"/>
                </a:cubicBezTo>
                <a:lnTo>
                  <a:pt x="183952" y="130150"/>
                </a:lnTo>
                <a:lnTo>
                  <a:pt x="186147" y="132345"/>
                </a:lnTo>
                <a:cubicBezTo>
                  <a:pt x="191951" y="138150"/>
                  <a:pt x="191951" y="147563"/>
                  <a:pt x="186147" y="153405"/>
                </a:cubicBezTo>
                <a:lnTo>
                  <a:pt x="153405" y="186147"/>
                </a:lnTo>
                <a:cubicBezTo>
                  <a:pt x="147600" y="191951"/>
                  <a:pt x="138187" y="191951"/>
                  <a:pt x="132345" y="186147"/>
                </a:cubicBezTo>
                <a:lnTo>
                  <a:pt x="106635" y="160437"/>
                </a:lnTo>
                <a:lnTo>
                  <a:pt x="160437" y="106635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5093DF8F-D6DE-D29B-3F74-3C460F09FF43}"/>
              </a:ext>
            </a:extLst>
          </p:cNvPr>
          <p:cNvSpPr/>
          <p:nvPr/>
        </p:nvSpPr>
        <p:spPr>
          <a:xfrm>
            <a:off x="820983" y="4087165"/>
            <a:ext cx="256715" cy="26136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210509"/>
                </a:moveTo>
                <a:cubicBezTo>
                  <a:pt x="163346" y="210509"/>
                  <a:pt x="210509" y="163346"/>
                  <a:pt x="210509" y="105255"/>
                </a:cubicBezTo>
                <a:cubicBezTo>
                  <a:pt x="210509" y="47163"/>
                  <a:pt x="163346" y="0"/>
                  <a:pt x="105255" y="0"/>
                </a:cubicBezTo>
                <a:cubicBezTo>
                  <a:pt x="47163" y="0"/>
                  <a:pt x="0" y="47163"/>
                  <a:pt x="0" y="105255"/>
                </a:cubicBezTo>
                <a:cubicBezTo>
                  <a:pt x="0" y="163346"/>
                  <a:pt x="47163" y="210509"/>
                  <a:pt x="105255" y="210509"/>
                </a:cubicBezTo>
                <a:close/>
                <a:moveTo>
                  <a:pt x="68004" y="132350"/>
                </a:moveTo>
                <a:cubicBezTo>
                  <a:pt x="76392" y="143862"/>
                  <a:pt x="89960" y="151304"/>
                  <a:pt x="105255" y="151304"/>
                </a:cubicBezTo>
                <a:cubicBezTo>
                  <a:pt x="120549" y="151304"/>
                  <a:pt x="134117" y="143862"/>
                  <a:pt x="142505" y="132350"/>
                </a:cubicBezTo>
                <a:cubicBezTo>
                  <a:pt x="145712" y="127950"/>
                  <a:pt x="151879" y="126963"/>
                  <a:pt x="156279" y="130170"/>
                </a:cubicBezTo>
                <a:cubicBezTo>
                  <a:pt x="160678" y="133377"/>
                  <a:pt x="161665" y="139545"/>
                  <a:pt x="158458" y="143944"/>
                </a:cubicBezTo>
                <a:cubicBezTo>
                  <a:pt x="146493" y="160349"/>
                  <a:pt x="127128" y="171039"/>
                  <a:pt x="105255" y="171039"/>
                </a:cubicBezTo>
                <a:cubicBezTo>
                  <a:pt x="83381" y="171039"/>
                  <a:pt x="64016" y="160349"/>
                  <a:pt x="52052" y="143944"/>
                </a:cubicBezTo>
                <a:cubicBezTo>
                  <a:pt x="48845" y="139545"/>
                  <a:pt x="49832" y="133377"/>
                  <a:pt x="54231" y="130170"/>
                </a:cubicBezTo>
                <a:cubicBezTo>
                  <a:pt x="58630" y="126963"/>
                  <a:pt x="64797" y="127950"/>
                  <a:pt x="68004" y="132350"/>
                </a:cubicBezTo>
                <a:close/>
                <a:moveTo>
                  <a:pt x="59206" y="85519"/>
                </a:moveTo>
                <a:cubicBezTo>
                  <a:pt x="59206" y="78258"/>
                  <a:pt x="65101" y="72363"/>
                  <a:pt x="72363" y="72363"/>
                </a:cubicBezTo>
                <a:cubicBezTo>
                  <a:pt x="79624" y="72363"/>
                  <a:pt x="85519" y="78258"/>
                  <a:pt x="85519" y="85519"/>
                </a:cubicBezTo>
                <a:cubicBezTo>
                  <a:pt x="85519" y="92781"/>
                  <a:pt x="79624" y="98676"/>
                  <a:pt x="72363" y="98676"/>
                </a:cubicBezTo>
                <a:cubicBezTo>
                  <a:pt x="65101" y="98676"/>
                  <a:pt x="59206" y="92781"/>
                  <a:pt x="59206" y="85519"/>
                </a:cubicBezTo>
                <a:close/>
                <a:moveTo>
                  <a:pt x="138147" y="72363"/>
                </a:moveTo>
                <a:cubicBezTo>
                  <a:pt x="145408" y="72363"/>
                  <a:pt x="151304" y="78258"/>
                  <a:pt x="151304" y="85519"/>
                </a:cubicBezTo>
                <a:cubicBezTo>
                  <a:pt x="151304" y="92781"/>
                  <a:pt x="145408" y="98676"/>
                  <a:pt x="138147" y="98676"/>
                </a:cubicBezTo>
                <a:cubicBezTo>
                  <a:pt x="130885" y="98676"/>
                  <a:pt x="124990" y="92781"/>
                  <a:pt x="124990" y="85519"/>
                </a:cubicBezTo>
                <a:cubicBezTo>
                  <a:pt x="124990" y="78258"/>
                  <a:pt x="130885" y="72363"/>
                  <a:pt x="138147" y="72363"/>
                </a:cubicBezTo>
                <a:close/>
              </a:path>
            </a:pathLst>
          </a:cu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25">
            <a:extLst>
              <a:ext uri="{FF2B5EF4-FFF2-40B4-BE49-F238E27FC236}">
                <a16:creationId xmlns:a16="http://schemas.microsoft.com/office/drawing/2014/main" id="{58110B58-48BD-CC9B-C404-C635EA34646E}"/>
              </a:ext>
            </a:extLst>
          </p:cNvPr>
          <p:cNvSpPr/>
          <p:nvPr/>
        </p:nvSpPr>
        <p:spPr>
          <a:xfrm>
            <a:off x="6661034" y="41226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948616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26491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2563EB"/>
              </a:gs>
              <a:gs pos="100000">
                <a:srgbClr val="7C3AED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28625" y="37603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06226" y="2915"/>
                </a:moveTo>
                <a:cubicBezTo>
                  <a:pt x="102350" y="-961"/>
                  <a:pt x="96056" y="-961"/>
                  <a:pt x="92180" y="2915"/>
                </a:cubicBezTo>
                <a:cubicBezTo>
                  <a:pt x="88305" y="6790"/>
                  <a:pt x="88305" y="13084"/>
                  <a:pt x="92180" y="16960"/>
                </a:cubicBezTo>
                <a:lnTo>
                  <a:pt x="95095" y="19844"/>
                </a:lnTo>
                <a:lnTo>
                  <a:pt x="8713" y="106226"/>
                </a:lnTo>
                <a:cubicBezTo>
                  <a:pt x="3132" y="111807"/>
                  <a:pt x="0" y="119373"/>
                  <a:pt x="0" y="127279"/>
                </a:cubicBezTo>
                <a:lnTo>
                  <a:pt x="0" y="128984"/>
                </a:lnTo>
                <a:cubicBezTo>
                  <a:pt x="0" y="145417"/>
                  <a:pt x="13333" y="158750"/>
                  <a:pt x="29766" y="158750"/>
                </a:cubicBezTo>
                <a:lnTo>
                  <a:pt x="31471" y="158750"/>
                </a:lnTo>
                <a:cubicBezTo>
                  <a:pt x="39377" y="158750"/>
                  <a:pt x="46943" y="155618"/>
                  <a:pt x="52524" y="150037"/>
                </a:cubicBezTo>
                <a:lnTo>
                  <a:pt x="138906" y="63655"/>
                </a:lnTo>
                <a:lnTo>
                  <a:pt x="141821" y="66570"/>
                </a:lnTo>
                <a:cubicBezTo>
                  <a:pt x="145697" y="70445"/>
                  <a:pt x="151991" y="70445"/>
                  <a:pt x="155866" y="66570"/>
                </a:cubicBezTo>
                <a:cubicBezTo>
                  <a:pt x="159742" y="62694"/>
                  <a:pt x="159742" y="56400"/>
                  <a:pt x="155866" y="52524"/>
                </a:cubicBezTo>
                <a:lnTo>
                  <a:pt x="106257" y="2915"/>
                </a:lnTo>
                <a:close/>
                <a:moveTo>
                  <a:pt x="63655" y="79375"/>
                </a:moveTo>
                <a:lnTo>
                  <a:pt x="109141" y="33889"/>
                </a:lnTo>
                <a:lnTo>
                  <a:pt x="124861" y="49609"/>
                </a:lnTo>
                <a:lnTo>
                  <a:pt x="95095" y="79375"/>
                </a:lnTo>
                <a:lnTo>
                  <a:pt x="63624" y="79375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3750" y="217285"/>
            <a:ext cx="4016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44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Quality Assurance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3750" y="376035"/>
            <a:ext cx="410368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E293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Proposed Testing &amp; Evaluation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7500" y="859614"/>
            <a:ext cx="5683250" cy="2016125"/>
          </a:xfrm>
          <a:custGeom>
            <a:avLst/>
            <a:gdLst/>
            <a:ahLst/>
            <a:cxnLst/>
            <a:rect l="l" t="t" r="r" b="b"/>
            <a:pathLst>
              <a:path w="5683250" h="2016125">
                <a:moveTo>
                  <a:pt x="31750" y="0"/>
                </a:moveTo>
                <a:lnTo>
                  <a:pt x="5556254" y="0"/>
                </a:lnTo>
                <a:cubicBezTo>
                  <a:pt x="5626392" y="0"/>
                  <a:pt x="5683250" y="56858"/>
                  <a:pt x="5683250" y="126996"/>
                </a:cubicBezTo>
                <a:lnTo>
                  <a:pt x="5683250" y="1889129"/>
                </a:lnTo>
                <a:cubicBezTo>
                  <a:pt x="5683250" y="1959267"/>
                  <a:pt x="5626392" y="2016125"/>
                  <a:pt x="5556254" y="2016125"/>
                </a:cubicBezTo>
                <a:lnTo>
                  <a:pt x="31750" y="2016125"/>
                </a:lnTo>
                <a:cubicBezTo>
                  <a:pt x="14227" y="2016125"/>
                  <a:pt x="0" y="2001898"/>
                  <a:pt x="0" y="1984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17500" y="859614"/>
            <a:ext cx="31750" cy="2016125"/>
          </a:xfrm>
          <a:custGeom>
            <a:avLst/>
            <a:gdLst/>
            <a:ahLst/>
            <a:cxnLst/>
            <a:rect l="l" t="t" r="r" b="b"/>
            <a:pathLst>
              <a:path w="31750" h="2016125">
                <a:moveTo>
                  <a:pt x="31750" y="0"/>
                </a:moveTo>
                <a:lnTo>
                  <a:pt x="31750" y="0"/>
                </a:lnTo>
                <a:lnTo>
                  <a:pt x="31750" y="2016125"/>
                </a:lnTo>
                <a:lnTo>
                  <a:pt x="31750" y="2016125"/>
                </a:lnTo>
                <a:cubicBezTo>
                  <a:pt x="14227" y="2016125"/>
                  <a:pt x="0" y="2001898"/>
                  <a:pt x="0" y="1984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23875" y="1050114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95250" y="0"/>
                </a:moveTo>
                <a:lnTo>
                  <a:pt x="412750" y="0"/>
                </a:lnTo>
                <a:cubicBezTo>
                  <a:pt x="465320" y="0"/>
                  <a:pt x="508000" y="42680"/>
                  <a:pt x="508000" y="95250"/>
                </a:cubicBezTo>
                <a:lnTo>
                  <a:pt x="508000" y="412750"/>
                </a:lnTo>
                <a:cubicBezTo>
                  <a:pt x="508000" y="465320"/>
                  <a:pt x="465320" y="508000"/>
                  <a:pt x="412750" y="508000"/>
                </a:cubicBezTo>
                <a:lnTo>
                  <a:pt x="95250" y="508000"/>
                </a:lnTo>
                <a:cubicBezTo>
                  <a:pt x="42680" y="508000"/>
                  <a:pt x="0" y="465320"/>
                  <a:pt x="0" y="412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70719" y="1208864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58875" y="1192989"/>
            <a:ext cx="928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 Testing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3875" y="1685114"/>
            <a:ext cx="53498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Individual component testing to ensure each module functions correctly in isolation before integration.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3875" y="2193114"/>
            <a:ext cx="5286375" cy="349250"/>
          </a:xfrm>
          <a:custGeom>
            <a:avLst/>
            <a:gdLst/>
            <a:ahLst/>
            <a:cxnLst/>
            <a:rect l="l" t="t" r="r" b="b"/>
            <a:pathLst>
              <a:path w="5286375" h="349250">
                <a:moveTo>
                  <a:pt x="95251" y="0"/>
                </a:moveTo>
                <a:lnTo>
                  <a:pt x="5191124" y="0"/>
                </a:lnTo>
                <a:cubicBezTo>
                  <a:pt x="5243730" y="0"/>
                  <a:pt x="5286375" y="42645"/>
                  <a:pt x="5286375" y="95251"/>
                </a:cubicBezTo>
                <a:lnTo>
                  <a:pt x="5286375" y="253999"/>
                </a:lnTo>
                <a:cubicBezTo>
                  <a:pt x="5286375" y="306605"/>
                  <a:pt x="5243730" y="349250"/>
                  <a:pt x="5191124" y="349250"/>
                </a:cubicBezTo>
                <a:lnTo>
                  <a:pt x="95251" y="349250"/>
                </a:lnTo>
                <a:cubicBezTo>
                  <a:pt x="42681" y="349250"/>
                  <a:pt x="0" y="306569"/>
                  <a:pt x="0" y="253999"/>
                </a:cubicBezTo>
                <a:lnTo>
                  <a:pt x="0" y="95251"/>
                </a:lnTo>
                <a:cubicBezTo>
                  <a:pt x="0" y="42681"/>
                  <a:pt x="42681" y="0"/>
                  <a:pt x="95251" y="0"/>
                </a:cubicBezTo>
                <a:close/>
              </a:path>
            </a:pathLst>
          </a:custGeom>
          <a:solidFill>
            <a:srgbClr val="F8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5000" y="2312177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1531" y="2288364"/>
            <a:ext cx="1127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Jest testing framework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17500" y="3002739"/>
            <a:ext cx="5683250" cy="2016125"/>
          </a:xfrm>
          <a:custGeom>
            <a:avLst/>
            <a:gdLst/>
            <a:ahLst/>
            <a:cxnLst/>
            <a:rect l="l" t="t" r="r" b="b"/>
            <a:pathLst>
              <a:path w="5683250" h="2016125">
                <a:moveTo>
                  <a:pt x="31750" y="0"/>
                </a:moveTo>
                <a:lnTo>
                  <a:pt x="5556254" y="0"/>
                </a:lnTo>
                <a:cubicBezTo>
                  <a:pt x="5626392" y="0"/>
                  <a:pt x="5683250" y="56858"/>
                  <a:pt x="5683250" y="126996"/>
                </a:cubicBezTo>
                <a:lnTo>
                  <a:pt x="5683250" y="1889129"/>
                </a:lnTo>
                <a:cubicBezTo>
                  <a:pt x="5683250" y="1959267"/>
                  <a:pt x="5626392" y="2016125"/>
                  <a:pt x="5556254" y="2016125"/>
                </a:cubicBezTo>
                <a:lnTo>
                  <a:pt x="31750" y="2016125"/>
                </a:lnTo>
                <a:cubicBezTo>
                  <a:pt x="14227" y="2016125"/>
                  <a:pt x="0" y="2001898"/>
                  <a:pt x="0" y="1984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17500" y="3002739"/>
            <a:ext cx="31750" cy="2016125"/>
          </a:xfrm>
          <a:custGeom>
            <a:avLst/>
            <a:gdLst/>
            <a:ahLst/>
            <a:cxnLst/>
            <a:rect l="l" t="t" r="r" b="b"/>
            <a:pathLst>
              <a:path w="31750" h="2016125">
                <a:moveTo>
                  <a:pt x="31750" y="0"/>
                </a:moveTo>
                <a:lnTo>
                  <a:pt x="31750" y="0"/>
                </a:lnTo>
                <a:lnTo>
                  <a:pt x="31750" y="2016125"/>
                </a:lnTo>
                <a:lnTo>
                  <a:pt x="31750" y="2016125"/>
                </a:lnTo>
                <a:cubicBezTo>
                  <a:pt x="14227" y="2016125"/>
                  <a:pt x="0" y="2001898"/>
                  <a:pt x="0" y="1984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23875" y="3193239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95250" y="0"/>
                </a:moveTo>
                <a:lnTo>
                  <a:pt x="412750" y="0"/>
                </a:lnTo>
                <a:cubicBezTo>
                  <a:pt x="465320" y="0"/>
                  <a:pt x="508000" y="42680"/>
                  <a:pt x="508000" y="95250"/>
                </a:cubicBezTo>
                <a:lnTo>
                  <a:pt x="508000" y="412750"/>
                </a:lnTo>
                <a:cubicBezTo>
                  <a:pt x="508000" y="465320"/>
                  <a:pt x="465320" y="508000"/>
                  <a:pt x="412750" y="508000"/>
                </a:cubicBezTo>
                <a:lnTo>
                  <a:pt x="95250" y="508000"/>
                </a:lnTo>
                <a:cubicBezTo>
                  <a:pt x="42680" y="508000"/>
                  <a:pt x="0" y="465320"/>
                  <a:pt x="0" y="412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7C3AED"/>
              </a:gs>
              <a:gs pos="100000">
                <a:srgbClr val="EC4899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2625" y="335198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58875" y="3336114"/>
            <a:ext cx="1404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 Testing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3875" y="3828239"/>
            <a:ext cx="53498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Verify seamless interaction between frontend, backend, and database components as a unified system.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23875" y="4336239"/>
            <a:ext cx="5286375" cy="349250"/>
          </a:xfrm>
          <a:custGeom>
            <a:avLst/>
            <a:gdLst/>
            <a:ahLst/>
            <a:cxnLst/>
            <a:rect l="l" t="t" r="r" b="b"/>
            <a:pathLst>
              <a:path w="5286375" h="349250">
                <a:moveTo>
                  <a:pt x="95251" y="0"/>
                </a:moveTo>
                <a:lnTo>
                  <a:pt x="5191124" y="0"/>
                </a:lnTo>
                <a:cubicBezTo>
                  <a:pt x="5243730" y="0"/>
                  <a:pt x="5286375" y="42645"/>
                  <a:pt x="5286375" y="95251"/>
                </a:cubicBezTo>
                <a:lnTo>
                  <a:pt x="5286375" y="253999"/>
                </a:lnTo>
                <a:cubicBezTo>
                  <a:pt x="5286375" y="306605"/>
                  <a:pt x="5243730" y="349250"/>
                  <a:pt x="5191124" y="349250"/>
                </a:cubicBezTo>
                <a:lnTo>
                  <a:pt x="95251" y="349250"/>
                </a:lnTo>
                <a:cubicBezTo>
                  <a:pt x="42681" y="349250"/>
                  <a:pt x="0" y="306569"/>
                  <a:pt x="0" y="253999"/>
                </a:cubicBezTo>
                <a:lnTo>
                  <a:pt x="0" y="95251"/>
                </a:lnTo>
                <a:cubicBezTo>
                  <a:pt x="0" y="42681"/>
                  <a:pt x="42681" y="0"/>
                  <a:pt x="95251" y="0"/>
                </a:cubicBezTo>
                <a:close/>
              </a:path>
            </a:pathLst>
          </a:custGeom>
          <a:solidFill>
            <a:srgbClr val="F8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35000" y="4455302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1531" y="4431489"/>
            <a:ext cx="1166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endpoint validation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75375" y="859614"/>
            <a:ext cx="5683250" cy="1873250"/>
          </a:xfrm>
          <a:custGeom>
            <a:avLst/>
            <a:gdLst/>
            <a:ahLst/>
            <a:cxnLst/>
            <a:rect l="l" t="t" r="r" b="b"/>
            <a:pathLst>
              <a:path w="5683250" h="1873250">
                <a:moveTo>
                  <a:pt x="31750" y="0"/>
                </a:moveTo>
                <a:lnTo>
                  <a:pt x="5556244" y="0"/>
                </a:lnTo>
                <a:cubicBezTo>
                  <a:pt x="5626387" y="0"/>
                  <a:pt x="5683250" y="56863"/>
                  <a:pt x="5683250" y="127006"/>
                </a:cubicBezTo>
                <a:lnTo>
                  <a:pt x="5683250" y="1746244"/>
                </a:lnTo>
                <a:cubicBezTo>
                  <a:pt x="5683250" y="1816387"/>
                  <a:pt x="5626387" y="1873250"/>
                  <a:pt x="5556244" y="1873250"/>
                </a:cubicBezTo>
                <a:lnTo>
                  <a:pt x="31750" y="1873250"/>
                </a:lnTo>
                <a:cubicBezTo>
                  <a:pt x="14227" y="1873250"/>
                  <a:pt x="0" y="1859023"/>
                  <a:pt x="0" y="1841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75375" y="859614"/>
            <a:ext cx="31750" cy="1873250"/>
          </a:xfrm>
          <a:custGeom>
            <a:avLst/>
            <a:gdLst/>
            <a:ahLst/>
            <a:cxnLst/>
            <a:rect l="l" t="t" r="r" b="b"/>
            <a:pathLst>
              <a:path w="31750" h="1873250">
                <a:moveTo>
                  <a:pt x="31750" y="0"/>
                </a:moveTo>
                <a:lnTo>
                  <a:pt x="31750" y="0"/>
                </a:lnTo>
                <a:lnTo>
                  <a:pt x="31750" y="1873250"/>
                </a:lnTo>
                <a:lnTo>
                  <a:pt x="31750" y="1873250"/>
                </a:lnTo>
                <a:cubicBezTo>
                  <a:pt x="14227" y="1873250"/>
                  <a:pt x="0" y="1859023"/>
                  <a:pt x="0" y="1841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381750" y="1050114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95250" y="0"/>
                </a:moveTo>
                <a:lnTo>
                  <a:pt x="412750" y="0"/>
                </a:lnTo>
                <a:cubicBezTo>
                  <a:pt x="465320" y="0"/>
                  <a:pt x="508000" y="42680"/>
                  <a:pt x="508000" y="95250"/>
                </a:cubicBezTo>
                <a:lnTo>
                  <a:pt x="508000" y="412750"/>
                </a:lnTo>
                <a:cubicBezTo>
                  <a:pt x="508000" y="465320"/>
                  <a:pt x="465320" y="508000"/>
                  <a:pt x="412750" y="508000"/>
                </a:cubicBezTo>
                <a:lnTo>
                  <a:pt x="95250" y="508000"/>
                </a:lnTo>
                <a:cubicBezTo>
                  <a:pt x="42680" y="508000"/>
                  <a:pt x="0" y="465320"/>
                  <a:pt x="0" y="412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EA5E9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516688" y="1208864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016750" y="1192989"/>
            <a:ext cx="1841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Acceptance Testing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81750" y="1685114"/>
            <a:ext cx="53498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Real-world validation with laboratory staff to ensure the system meets operational requirements and user expectations.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81750" y="2193114"/>
            <a:ext cx="5286375" cy="349250"/>
          </a:xfrm>
          <a:custGeom>
            <a:avLst/>
            <a:gdLst/>
            <a:ahLst/>
            <a:cxnLst/>
            <a:rect l="l" t="t" r="r" b="b"/>
            <a:pathLst>
              <a:path w="5286375" h="349250">
                <a:moveTo>
                  <a:pt x="95251" y="0"/>
                </a:moveTo>
                <a:lnTo>
                  <a:pt x="5191124" y="0"/>
                </a:lnTo>
                <a:cubicBezTo>
                  <a:pt x="5243730" y="0"/>
                  <a:pt x="5286375" y="42645"/>
                  <a:pt x="5286375" y="95251"/>
                </a:cubicBezTo>
                <a:lnTo>
                  <a:pt x="5286375" y="253999"/>
                </a:lnTo>
                <a:cubicBezTo>
                  <a:pt x="5286375" y="306605"/>
                  <a:pt x="5243730" y="349250"/>
                  <a:pt x="5191124" y="349250"/>
                </a:cubicBezTo>
                <a:lnTo>
                  <a:pt x="95251" y="349250"/>
                </a:lnTo>
                <a:cubicBezTo>
                  <a:pt x="42681" y="349250"/>
                  <a:pt x="0" y="306569"/>
                  <a:pt x="0" y="253999"/>
                </a:cubicBezTo>
                <a:lnTo>
                  <a:pt x="0" y="95251"/>
                </a:lnTo>
                <a:cubicBezTo>
                  <a:pt x="0" y="42681"/>
                  <a:pt x="42681" y="0"/>
                  <a:pt x="95251" y="0"/>
                </a:cubicBezTo>
                <a:close/>
              </a:path>
            </a:pathLst>
          </a:custGeom>
          <a:solidFill>
            <a:srgbClr val="F8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492875" y="2312177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679406" y="2288364"/>
            <a:ext cx="1095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EA5E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Stakeholder feedback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59500" y="2859864"/>
            <a:ext cx="5699125" cy="2159000"/>
          </a:xfrm>
          <a:custGeom>
            <a:avLst/>
            <a:gdLst/>
            <a:ahLst/>
            <a:cxnLst/>
            <a:rect l="l" t="t" r="r" b="b"/>
            <a:pathLst>
              <a:path w="5699125" h="2159000">
                <a:moveTo>
                  <a:pt x="126992" y="0"/>
                </a:moveTo>
                <a:lnTo>
                  <a:pt x="5572133" y="0"/>
                </a:lnTo>
                <a:cubicBezTo>
                  <a:pt x="5642269" y="0"/>
                  <a:pt x="5699125" y="56856"/>
                  <a:pt x="5699125" y="126992"/>
                </a:cubicBezTo>
                <a:lnTo>
                  <a:pt x="5699125" y="2032008"/>
                </a:lnTo>
                <a:cubicBezTo>
                  <a:pt x="5699125" y="2102144"/>
                  <a:pt x="5642269" y="2159000"/>
                  <a:pt x="5572133" y="2159000"/>
                </a:cubicBezTo>
                <a:lnTo>
                  <a:pt x="126992" y="2159000"/>
                </a:lnTo>
                <a:cubicBezTo>
                  <a:pt x="56856" y="2159000"/>
                  <a:pt x="0" y="2102144"/>
                  <a:pt x="0" y="2032008"/>
                </a:cubicBezTo>
                <a:lnTo>
                  <a:pt x="0" y="126992"/>
                </a:lnTo>
                <a:cubicBezTo>
                  <a:pt x="0" y="56903"/>
                  <a:pt x="56903" y="0"/>
                  <a:pt x="126992" y="0"/>
                </a:cubicBezTo>
                <a:close/>
              </a:path>
            </a:pathLst>
          </a:custGeom>
          <a:gradFill flip="none" rotWithShape="1">
            <a:gsLst>
              <a:gs pos="0">
                <a:srgbClr val="1E293B"/>
              </a:gs>
              <a:gs pos="100000">
                <a:srgbClr val="334155"/>
              </a:gs>
            </a:gsLst>
            <a:lin ang="2700000" scaled="1"/>
          </a:gradFill>
          <a:ln/>
          <a:effectLst>
            <a:outerShdw blurRad="198438" dist="1587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350000" y="3050364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95250" y="0"/>
                </a:moveTo>
                <a:lnTo>
                  <a:pt x="412750" y="0"/>
                </a:lnTo>
                <a:cubicBezTo>
                  <a:pt x="465320" y="0"/>
                  <a:pt x="508000" y="42680"/>
                  <a:pt x="508000" y="95250"/>
                </a:cubicBezTo>
                <a:lnTo>
                  <a:pt x="508000" y="412750"/>
                </a:lnTo>
                <a:cubicBezTo>
                  <a:pt x="508000" y="465320"/>
                  <a:pt x="465320" y="508000"/>
                  <a:pt x="412750" y="508000"/>
                </a:cubicBezTo>
                <a:lnTo>
                  <a:pt x="95250" y="508000"/>
                </a:lnTo>
                <a:cubicBezTo>
                  <a:pt x="42680" y="508000"/>
                  <a:pt x="0" y="465320"/>
                  <a:pt x="0" y="412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0EA5E9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486922" y="3185302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30649" y="106273"/>
                </a:moveTo>
                <a:cubicBezTo>
                  <a:pt x="36835" y="63019"/>
                  <a:pt x="74089" y="29766"/>
                  <a:pt x="119062" y="29766"/>
                </a:cubicBezTo>
                <a:cubicBezTo>
                  <a:pt x="143712" y="29766"/>
                  <a:pt x="166036" y="39765"/>
                  <a:pt x="182221" y="55904"/>
                </a:cubicBezTo>
                <a:cubicBezTo>
                  <a:pt x="182314" y="55997"/>
                  <a:pt x="182407" y="56090"/>
                  <a:pt x="182500" y="56183"/>
                </a:cubicBezTo>
                <a:lnTo>
                  <a:pt x="186035" y="59531"/>
                </a:lnTo>
                <a:lnTo>
                  <a:pt x="163757" y="59531"/>
                </a:lnTo>
                <a:cubicBezTo>
                  <a:pt x="155525" y="59531"/>
                  <a:pt x="148875" y="66182"/>
                  <a:pt x="148875" y="74414"/>
                </a:cubicBezTo>
                <a:cubicBezTo>
                  <a:pt x="148875" y="82646"/>
                  <a:pt x="155525" y="89297"/>
                  <a:pt x="163757" y="89297"/>
                </a:cubicBezTo>
                <a:lnTo>
                  <a:pt x="223289" y="89297"/>
                </a:lnTo>
                <a:cubicBezTo>
                  <a:pt x="231521" y="89297"/>
                  <a:pt x="238172" y="82646"/>
                  <a:pt x="238172" y="74414"/>
                </a:cubicBezTo>
                <a:lnTo>
                  <a:pt x="238172" y="14883"/>
                </a:lnTo>
                <a:cubicBezTo>
                  <a:pt x="238172" y="6651"/>
                  <a:pt x="231521" y="0"/>
                  <a:pt x="223289" y="0"/>
                </a:cubicBezTo>
                <a:cubicBezTo>
                  <a:pt x="215057" y="0"/>
                  <a:pt x="208406" y="6651"/>
                  <a:pt x="208406" y="14883"/>
                </a:cubicBezTo>
                <a:lnTo>
                  <a:pt x="208406" y="39719"/>
                </a:lnTo>
                <a:lnTo>
                  <a:pt x="203150" y="34742"/>
                </a:lnTo>
                <a:cubicBezTo>
                  <a:pt x="181617" y="13302"/>
                  <a:pt x="151851" y="0"/>
                  <a:pt x="119062" y="0"/>
                </a:cubicBezTo>
                <a:cubicBezTo>
                  <a:pt x="59066" y="0"/>
                  <a:pt x="9441" y="44369"/>
                  <a:pt x="1209" y="102087"/>
                </a:cubicBezTo>
                <a:cubicBezTo>
                  <a:pt x="47" y="110226"/>
                  <a:pt x="5674" y="117760"/>
                  <a:pt x="13813" y="118923"/>
                </a:cubicBezTo>
                <a:cubicBezTo>
                  <a:pt x="21952" y="120086"/>
                  <a:pt x="29487" y="114412"/>
                  <a:pt x="30649" y="106319"/>
                </a:cubicBezTo>
                <a:close/>
                <a:moveTo>
                  <a:pt x="236916" y="136038"/>
                </a:moveTo>
                <a:cubicBezTo>
                  <a:pt x="238078" y="127899"/>
                  <a:pt x="232404" y="120365"/>
                  <a:pt x="224312" y="119202"/>
                </a:cubicBezTo>
                <a:cubicBezTo>
                  <a:pt x="216219" y="118039"/>
                  <a:pt x="208638" y="123713"/>
                  <a:pt x="207476" y="131806"/>
                </a:cubicBezTo>
                <a:cubicBezTo>
                  <a:pt x="201290" y="175059"/>
                  <a:pt x="164036" y="208313"/>
                  <a:pt x="119062" y="208313"/>
                </a:cubicBezTo>
                <a:cubicBezTo>
                  <a:pt x="94413" y="208313"/>
                  <a:pt x="72089" y="198313"/>
                  <a:pt x="55904" y="182175"/>
                </a:cubicBezTo>
                <a:cubicBezTo>
                  <a:pt x="55811" y="182082"/>
                  <a:pt x="55718" y="181989"/>
                  <a:pt x="55625" y="181896"/>
                </a:cubicBezTo>
                <a:lnTo>
                  <a:pt x="52090" y="178547"/>
                </a:lnTo>
                <a:lnTo>
                  <a:pt x="74368" y="178547"/>
                </a:lnTo>
                <a:cubicBezTo>
                  <a:pt x="82600" y="178547"/>
                  <a:pt x="89250" y="171896"/>
                  <a:pt x="89250" y="163664"/>
                </a:cubicBezTo>
                <a:cubicBezTo>
                  <a:pt x="89250" y="155432"/>
                  <a:pt x="82600" y="148782"/>
                  <a:pt x="74368" y="148782"/>
                </a:cubicBezTo>
                <a:lnTo>
                  <a:pt x="14883" y="148828"/>
                </a:lnTo>
                <a:cubicBezTo>
                  <a:pt x="10930" y="148828"/>
                  <a:pt x="7116" y="150409"/>
                  <a:pt x="4325" y="153246"/>
                </a:cubicBezTo>
                <a:cubicBezTo>
                  <a:pt x="1535" y="156083"/>
                  <a:pt x="-47" y="159851"/>
                  <a:pt x="0" y="163850"/>
                </a:cubicBezTo>
                <a:lnTo>
                  <a:pt x="465" y="222917"/>
                </a:lnTo>
                <a:cubicBezTo>
                  <a:pt x="512" y="231149"/>
                  <a:pt x="7255" y="237753"/>
                  <a:pt x="15487" y="237660"/>
                </a:cubicBezTo>
                <a:cubicBezTo>
                  <a:pt x="23719" y="237567"/>
                  <a:pt x="30324" y="230870"/>
                  <a:pt x="30231" y="222638"/>
                </a:cubicBezTo>
                <a:lnTo>
                  <a:pt x="30045" y="198686"/>
                </a:lnTo>
                <a:lnTo>
                  <a:pt x="35021" y="203383"/>
                </a:lnTo>
                <a:cubicBezTo>
                  <a:pt x="56555" y="224823"/>
                  <a:pt x="86274" y="238125"/>
                  <a:pt x="119062" y="238125"/>
                </a:cubicBezTo>
                <a:cubicBezTo>
                  <a:pt x="179059" y="238125"/>
                  <a:pt x="228684" y="193756"/>
                  <a:pt x="236916" y="136038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985000" y="3193239"/>
            <a:ext cx="1349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 Assurance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50000" y="3685364"/>
            <a:ext cx="53816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QA process with audit trail verification to ensure data integrity and regulatory compliance.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50000" y="4193364"/>
            <a:ext cx="5318125" cy="285750"/>
          </a:xfrm>
          <a:custGeom>
            <a:avLst/>
            <a:gdLst/>
            <a:ahLst/>
            <a:cxnLst/>
            <a:rect l="l" t="t" r="r" b="b"/>
            <a:pathLst>
              <a:path w="5318125" h="285750">
                <a:moveTo>
                  <a:pt x="63499" y="0"/>
                </a:moveTo>
                <a:lnTo>
                  <a:pt x="5254626" y="0"/>
                </a:lnTo>
                <a:cubicBezTo>
                  <a:pt x="5289695" y="0"/>
                  <a:pt x="5318125" y="28430"/>
                  <a:pt x="5318125" y="63499"/>
                </a:cubicBezTo>
                <a:lnTo>
                  <a:pt x="5318125" y="222251"/>
                </a:lnTo>
                <a:cubicBezTo>
                  <a:pt x="5318125" y="257320"/>
                  <a:pt x="5289695" y="285750"/>
                  <a:pt x="5254626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469063" y="4272739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667500" y="4256864"/>
            <a:ext cx="101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Audit trail validation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50000" y="4542614"/>
            <a:ext cx="5318125" cy="285750"/>
          </a:xfrm>
          <a:custGeom>
            <a:avLst/>
            <a:gdLst/>
            <a:ahLst/>
            <a:cxnLst/>
            <a:rect l="l" t="t" r="r" b="b"/>
            <a:pathLst>
              <a:path w="5318125" h="285750">
                <a:moveTo>
                  <a:pt x="63499" y="0"/>
                </a:moveTo>
                <a:lnTo>
                  <a:pt x="5254626" y="0"/>
                </a:lnTo>
                <a:cubicBezTo>
                  <a:pt x="5289695" y="0"/>
                  <a:pt x="5318125" y="28430"/>
                  <a:pt x="5318125" y="63499"/>
                </a:cubicBezTo>
                <a:lnTo>
                  <a:pt x="5318125" y="222251"/>
                </a:lnTo>
                <a:cubicBezTo>
                  <a:pt x="5318125" y="257320"/>
                  <a:pt x="5289695" y="285750"/>
                  <a:pt x="5254626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469063" y="4621989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667500" y="4606114"/>
            <a:ext cx="1055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integrity checks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01625" y="5177614"/>
            <a:ext cx="11557000" cy="1587500"/>
          </a:xfrm>
          <a:custGeom>
            <a:avLst/>
            <a:gdLst/>
            <a:ahLst/>
            <a:cxnLst/>
            <a:rect l="l" t="t" r="r" b="b"/>
            <a:pathLst>
              <a:path w="11557000" h="1587500">
                <a:moveTo>
                  <a:pt x="127000" y="0"/>
                </a:moveTo>
                <a:lnTo>
                  <a:pt x="11430000" y="0"/>
                </a:lnTo>
                <a:cubicBezTo>
                  <a:pt x="11500093" y="0"/>
                  <a:pt x="11557000" y="56907"/>
                  <a:pt x="11557000" y="127000"/>
                </a:cubicBezTo>
                <a:lnTo>
                  <a:pt x="11557000" y="1460500"/>
                </a:lnTo>
                <a:cubicBezTo>
                  <a:pt x="11557000" y="1530593"/>
                  <a:pt x="11500093" y="1587500"/>
                  <a:pt x="11430000" y="1587500"/>
                </a:cubicBezTo>
                <a:lnTo>
                  <a:pt x="127000" y="1587500"/>
                </a:lnTo>
                <a:cubicBezTo>
                  <a:pt x="56907" y="1587500"/>
                  <a:pt x="0" y="1530593"/>
                  <a:pt x="0" y="14605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11969" y="5399864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9844" y="19844"/>
                </a:moveTo>
                <a:cubicBezTo>
                  <a:pt x="19844" y="14356"/>
                  <a:pt x="15410" y="9922"/>
                  <a:pt x="9922" y="9922"/>
                </a:cubicBezTo>
                <a:cubicBezTo>
                  <a:pt x="4434" y="9922"/>
                  <a:pt x="0" y="14356"/>
                  <a:pt x="0" y="19844"/>
                </a:cubicBezTo>
                <a:lnTo>
                  <a:pt x="0" y="124023"/>
                </a:lnTo>
                <a:cubicBezTo>
                  <a:pt x="0" y="137728"/>
                  <a:pt x="11100" y="148828"/>
                  <a:pt x="24805" y="148828"/>
                </a:cubicBezTo>
                <a:lnTo>
                  <a:pt x="148828" y="148828"/>
                </a:lnTo>
                <a:cubicBezTo>
                  <a:pt x="154316" y="148828"/>
                  <a:pt x="158750" y="144394"/>
                  <a:pt x="158750" y="138906"/>
                </a:cubicBezTo>
                <a:cubicBezTo>
                  <a:pt x="158750" y="133418"/>
                  <a:pt x="154316" y="128984"/>
                  <a:pt x="148828" y="128984"/>
                </a:cubicBezTo>
                <a:lnTo>
                  <a:pt x="24805" y="128984"/>
                </a:lnTo>
                <a:cubicBezTo>
                  <a:pt x="22076" y="128984"/>
                  <a:pt x="19844" y="126752"/>
                  <a:pt x="19844" y="124023"/>
                </a:cubicBezTo>
                <a:lnTo>
                  <a:pt x="19844" y="19844"/>
                </a:lnTo>
                <a:close/>
                <a:moveTo>
                  <a:pt x="145914" y="46695"/>
                </a:moveTo>
                <a:cubicBezTo>
                  <a:pt x="149789" y="42819"/>
                  <a:pt x="149789" y="36525"/>
                  <a:pt x="145914" y="32649"/>
                </a:cubicBezTo>
                <a:cubicBezTo>
                  <a:pt x="142038" y="28773"/>
                  <a:pt x="135744" y="28773"/>
                  <a:pt x="131868" y="32649"/>
                </a:cubicBezTo>
                <a:lnTo>
                  <a:pt x="99219" y="65329"/>
                </a:lnTo>
                <a:lnTo>
                  <a:pt x="81421" y="47563"/>
                </a:lnTo>
                <a:cubicBezTo>
                  <a:pt x="77546" y="43687"/>
                  <a:pt x="71251" y="43687"/>
                  <a:pt x="67376" y="47563"/>
                </a:cubicBezTo>
                <a:lnTo>
                  <a:pt x="37610" y="77329"/>
                </a:lnTo>
                <a:cubicBezTo>
                  <a:pt x="33734" y="81204"/>
                  <a:pt x="33734" y="87499"/>
                  <a:pt x="37610" y="91374"/>
                </a:cubicBezTo>
                <a:cubicBezTo>
                  <a:pt x="41486" y="95250"/>
                  <a:pt x="47780" y="95250"/>
                  <a:pt x="51656" y="91374"/>
                </a:cubicBezTo>
                <a:lnTo>
                  <a:pt x="74414" y="68616"/>
                </a:lnTo>
                <a:lnTo>
                  <a:pt x="92211" y="86413"/>
                </a:lnTo>
                <a:cubicBezTo>
                  <a:pt x="96087" y="90289"/>
                  <a:pt x="102381" y="90289"/>
                  <a:pt x="106257" y="86413"/>
                </a:cubicBezTo>
                <a:lnTo>
                  <a:pt x="145945" y="46726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90563" y="5368114"/>
            <a:ext cx="11056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 Criteria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08000" y="5717364"/>
            <a:ext cx="3627438" cy="857250"/>
          </a:xfrm>
          <a:custGeom>
            <a:avLst/>
            <a:gdLst/>
            <a:ahLst/>
            <a:cxnLst/>
            <a:rect l="l" t="t" r="r" b="b"/>
            <a:pathLst>
              <a:path w="3627438" h="857250">
                <a:moveTo>
                  <a:pt x="31750" y="0"/>
                </a:moveTo>
                <a:lnTo>
                  <a:pt x="3532188" y="0"/>
                </a:lnTo>
                <a:cubicBezTo>
                  <a:pt x="3584793" y="0"/>
                  <a:pt x="3627438" y="42644"/>
                  <a:pt x="3627438" y="95249"/>
                </a:cubicBezTo>
                <a:lnTo>
                  <a:pt x="3627438" y="762001"/>
                </a:lnTo>
                <a:cubicBezTo>
                  <a:pt x="3627437" y="814606"/>
                  <a:pt x="3584793" y="857250"/>
                  <a:pt x="3532188" y="857250"/>
                </a:cubicBezTo>
                <a:lnTo>
                  <a:pt x="31750" y="857250"/>
                </a:lnTo>
                <a:cubicBezTo>
                  <a:pt x="14215" y="857250"/>
                  <a:pt x="0" y="843035"/>
                  <a:pt x="0" y="825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2563EB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08000" y="5717364"/>
            <a:ext cx="31750" cy="857250"/>
          </a:xfrm>
          <a:custGeom>
            <a:avLst/>
            <a:gdLst/>
            <a:ahLst/>
            <a:cxnLst/>
            <a:rect l="l" t="t" r="r" b="b"/>
            <a:pathLst>
              <a:path w="31750" h="857250">
                <a:moveTo>
                  <a:pt x="31750" y="0"/>
                </a:moveTo>
                <a:lnTo>
                  <a:pt x="31750" y="0"/>
                </a:lnTo>
                <a:lnTo>
                  <a:pt x="31750" y="857250"/>
                </a:lnTo>
                <a:lnTo>
                  <a:pt x="31750" y="857250"/>
                </a:lnTo>
                <a:cubicBezTo>
                  <a:pt x="14227" y="857250"/>
                  <a:pt x="0" y="843023"/>
                  <a:pt x="0" y="825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50875" y="584436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62000" y="5955489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38906" y="79375"/>
                </a:moveTo>
                <a:cubicBezTo>
                  <a:pt x="138906" y="46519"/>
                  <a:pt x="112231" y="19844"/>
                  <a:pt x="79375" y="19844"/>
                </a:cubicBezTo>
                <a:cubicBezTo>
                  <a:pt x="46519" y="19844"/>
                  <a:pt x="19844" y="46519"/>
                  <a:pt x="19844" y="79375"/>
                </a:cubicBezTo>
                <a:cubicBezTo>
                  <a:pt x="19844" y="112231"/>
                  <a:pt x="46519" y="138906"/>
                  <a:pt x="79375" y="138906"/>
                </a:cubicBezTo>
                <a:cubicBezTo>
                  <a:pt x="112231" y="138906"/>
                  <a:pt x="138906" y="112231"/>
                  <a:pt x="138906" y="79375"/>
                </a:cubicBezTo>
                <a:close/>
                <a:moveTo>
                  <a:pt x="0" y="79375"/>
                </a:moveTo>
                <a:cubicBezTo>
                  <a:pt x="0" y="35567"/>
                  <a:pt x="35567" y="0"/>
                  <a:pt x="79375" y="0"/>
                </a:cubicBezTo>
                <a:cubicBezTo>
                  <a:pt x="123183" y="0"/>
                  <a:pt x="158750" y="35567"/>
                  <a:pt x="158750" y="79375"/>
                </a:cubicBezTo>
                <a:cubicBezTo>
                  <a:pt x="158750" y="123183"/>
                  <a:pt x="123183" y="158750"/>
                  <a:pt x="79375" y="158750"/>
                </a:cubicBezTo>
                <a:cubicBezTo>
                  <a:pt x="35567" y="158750"/>
                  <a:pt x="0" y="123183"/>
                  <a:pt x="0" y="79375"/>
                </a:cubicBezTo>
                <a:close/>
                <a:moveTo>
                  <a:pt x="79375" y="104180"/>
                </a:moveTo>
                <a:cubicBezTo>
                  <a:pt x="93065" y="104180"/>
                  <a:pt x="104180" y="93065"/>
                  <a:pt x="104180" y="79375"/>
                </a:cubicBezTo>
                <a:cubicBezTo>
                  <a:pt x="104180" y="65685"/>
                  <a:pt x="93065" y="54570"/>
                  <a:pt x="79375" y="54570"/>
                </a:cubicBezTo>
                <a:cubicBezTo>
                  <a:pt x="65685" y="54570"/>
                  <a:pt x="54570" y="65685"/>
                  <a:pt x="54570" y="79375"/>
                </a:cubicBezTo>
                <a:cubicBezTo>
                  <a:pt x="54570" y="93065"/>
                  <a:pt x="65685" y="104180"/>
                  <a:pt x="79375" y="104180"/>
                </a:cubicBezTo>
                <a:close/>
                <a:moveTo>
                  <a:pt x="79375" y="34727"/>
                </a:moveTo>
                <a:cubicBezTo>
                  <a:pt x="104017" y="34727"/>
                  <a:pt x="124023" y="54733"/>
                  <a:pt x="124023" y="79375"/>
                </a:cubicBezTo>
                <a:cubicBezTo>
                  <a:pt x="124023" y="104017"/>
                  <a:pt x="104017" y="124023"/>
                  <a:pt x="79375" y="124023"/>
                </a:cubicBezTo>
                <a:cubicBezTo>
                  <a:pt x="54733" y="124023"/>
                  <a:pt x="34727" y="104017"/>
                  <a:pt x="34727" y="79375"/>
                </a:cubicBezTo>
                <a:cubicBezTo>
                  <a:pt x="34727" y="54733"/>
                  <a:pt x="54733" y="34727"/>
                  <a:pt x="79375" y="34727"/>
                </a:cubicBezTo>
                <a:close/>
                <a:moveTo>
                  <a:pt x="69453" y="79375"/>
                </a:moveTo>
                <a:cubicBezTo>
                  <a:pt x="69453" y="73899"/>
                  <a:pt x="73899" y="69453"/>
                  <a:pt x="79375" y="69453"/>
                </a:cubicBezTo>
                <a:cubicBezTo>
                  <a:pt x="84851" y="69453"/>
                  <a:pt x="89297" y="73899"/>
                  <a:pt x="89297" y="79375"/>
                </a:cubicBezTo>
                <a:cubicBezTo>
                  <a:pt x="89297" y="84851"/>
                  <a:pt x="84851" y="89297"/>
                  <a:pt x="79375" y="89297"/>
                </a:cubicBezTo>
                <a:cubicBezTo>
                  <a:pt x="73899" y="89297"/>
                  <a:pt x="69453" y="84851"/>
                  <a:pt x="69453" y="7937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127125" y="5923739"/>
            <a:ext cx="666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Accuracy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50875" y="6288864"/>
            <a:ext cx="3413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precision and error-free operations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275634" y="5717364"/>
            <a:ext cx="3627438" cy="857250"/>
          </a:xfrm>
          <a:custGeom>
            <a:avLst/>
            <a:gdLst/>
            <a:ahLst/>
            <a:cxnLst/>
            <a:rect l="l" t="t" r="r" b="b"/>
            <a:pathLst>
              <a:path w="3627438" h="857250">
                <a:moveTo>
                  <a:pt x="31750" y="0"/>
                </a:moveTo>
                <a:lnTo>
                  <a:pt x="3532188" y="0"/>
                </a:lnTo>
                <a:cubicBezTo>
                  <a:pt x="3584793" y="0"/>
                  <a:pt x="3627438" y="42644"/>
                  <a:pt x="3627438" y="95249"/>
                </a:cubicBezTo>
                <a:lnTo>
                  <a:pt x="3627438" y="762001"/>
                </a:lnTo>
                <a:cubicBezTo>
                  <a:pt x="3627437" y="814606"/>
                  <a:pt x="3584793" y="857250"/>
                  <a:pt x="3532188" y="857250"/>
                </a:cubicBezTo>
                <a:lnTo>
                  <a:pt x="31750" y="857250"/>
                </a:lnTo>
                <a:cubicBezTo>
                  <a:pt x="14215" y="857250"/>
                  <a:pt x="0" y="843035"/>
                  <a:pt x="0" y="825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7C3AED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275634" y="5717364"/>
            <a:ext cx="31750" cy="857250"/>
          </a:xfrm>
          <a:custGeom>
            <a:avLst/>
            <a:gdLst/>
            <a:ahLst/>
            <a:cxnLst/>
            <a:rect l="l" t="t" r="r" b="b"/>
            <a:pathLst>
              <a:path w="31750" h="857250">
                <a:moveTo>
                  <a:pt x="31750" y="0"/>
                </a:moveTo>
                <a:lnTo>
                  <a:pt x="31750" y="0"/>
                </a:lnTo>
                <a:lnTo>
                  <a:pt x="31750" y="857250"/>
                </a:lnTo>
                <a:lnTo>
                  <a:pt x="31750" y="857250"/>
                </a:lnTo>
                <a:cubicBezTo>
                  <a:pt x="14227" y="857250"/>
                  <a:pt x="0" y="843023"/>
                  <a:pt x="0" y="825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418509" y="584436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529634" y="5955489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79375"/>
                </a:moveTo>
                <a:cubicBezTo>
                  <a:pt x="0" y="35567"/>
                  <a:pt x="35567" y="0"/>
                  <a:pt x="79375" y="0"/>
                </a:cubicBezTo>
                <a:cubicBezTo>
                  <a:pt x="123183" y="0"/>
                  <a:pt x="158750" y="35567"/>
                  <a:pt x="158750" y="79375"/>
                </a:cubicBezTo>
                <a:cubicBezTo>
                  <a:pt x="158750" y="123183"/>
                  <a:pt x="123183" y="158750"/>
                  <a:pt x="79375" y="158750"/>
                </a:cubicBezTo>
                <a:cubicBezTo>
                  <a:pt x="35567" y="158750"/>
                  <a:pt x="0" y="123183"/>
                  <a:pt x="0" y="79375"/>
                </a:cubicBezTo>
                <a:close/>
                <a:moveTo>
                  <a:pt x="89297" y="29766"/>
                </a:moveTo>
                <a:cubicBezTo>
                  <a:pt x="89297" y="24290"/>
                  <a:pt x="84851" y="19844"/>
                  <a:pt x="79375" y="19844"/>
                </a:cubicBezTo>
                <a:cubicBezTo>
                  <a:pt x="73899" y="19844"/>
                  <a:pt x="69453" y="24290"/>
                  <a:pt x="69453" y="29766"/>
                </a:cubicBezTo>
                <a:cubicBezTo>
                  <a:pt x="69453" y="35242"/>
                  <a:pt x="73899" y="39688"/>
                  <a:pt x="79375" y="39688"/>
                </a:cubicBezTo>
                <a:cubicBezTo>
                  <a:pt x="84851" y="39688"/>
                  <a:pt x="89297" y="35242"/>
                  <a:pt x="89297" y="29766"/>
                </a:cubicBezTo>
                <a:close/>
                <a:moveTo>
                  <a:pt x="79375" y="128984"/>
                </a:moveTo>
                <a:cubicBezTo>
                  <a:pt x="90320" y="128984"/>
                  <a:pt x="99219" y="120086"/>
                  <a:pt x="99219" y="109141"/>
                </a:cubicBezTo>
                <a:cubicBezTo>
                  <a:pt x="99219" y="104118"/>
                  <a:pt x="97358" y="99498"/>
                  <a:pt x="94258" y="96025"/>
                </a:cubicBezTo>
                <a:lnTo>
                  <a:pt x="115807" y="52958"/>
                </a:lnTo>
                <a:cubicBezTo>
                  <a:pt x="117636" y="49268"/>
                  <a:pt x="116148" y="44803"/>
                  <a:pt x="112489" y="42974"/>
                </a:cubicBezTo>
                <a:cubicBezTo>
                  <a:pt x="108831" y="41145"/>
                  <a:pt x="104335" y="42633"/>
                  <a:pt x="102505" y="46292"/>
                </a:cubicBezTo>
                <a:lnTo>
                  <a:pt x="80956" y="89359"/>
                </a:lnTo>
                <a:cubicBezTo>
                  <a:pt x="80429" y="89328"/>
                  <a:pt x="79902" y="89297"/>
                  <a:pt x="79375" y="89297"/>
                </a:cubicBezTo>
                <a:cubicBezTo>
                  <a:pt x="68430" y="89297"/>
                  <a:pt x="59531" y="98196"/>
                  <a:pt x="59531" y="109141"/>
                </a:cubicBezTo>
                <a:cubicBezTo>
                  <a:pt x="59531" y="120086"/>
                  <a:pt x="68430" y="128984"/>
                  <a:pt x="79375" y="128984"/>
                </a:cubicBezTo>
                <a:close/>
                <a:moveTo>
                  <a:pt x="54570" y="44648"/>
                </a:moveTo>
                <a:cubicBezTo>
                  <a:pt x="54570" y="39172"/>
                  <a:pt x="50124" y="34727"/>
                  <a:pt x="44648" y="34727"/>
                </a:cubicBezTo>
                <a:cubicBezTo>
                  <a:pt x="39172" y="34727"/>
                  <a:pt x="34727" y="39172"/>
                  <a:pt x="34727" y="44648"/>
                </a:cubicBezTo>
                <a:cubicBezTo>
                  <a:pt x="34727" y="50124"/>
                  <a:pt x="39172" y="54570"/>
                  <a:pt x="44648" y="54570"/>
                </a:cubicBezTo>
                <a:cubicBezTo>
                  <a:pt x="50124" y="54570"/>
                  <a:pt x="54570" y="50124"/>
                  <a:pt x="54570" y="44648"/>
                </a:cubicBezTo>
                <a:close/>
                <a:moveTo>
                  <a:pt x="29766" y="89297"/>
                </a:moveTo>
                <a:cubicBezTo>
                  <a:pt x="35242" y="89297"/>
                  <a:pt x="39688" y="84851"/>
                  <a:pt x="39688" y="79375"/>
                </a:cubicBezTo>
                <a:cubicBezTo>
                  <a:pt x="39688" y="73899"/>
                  <a:pt x="35242" y="69453"/>
                  <a:pt x="29766" y="69453"/>
                </a:cubicBezTo>
                <a:cubicBezTo>
                  <a:pt x="24290" y="69453"/>
                  <a:pt x="19844" y="73899"/>
                  <a:pt x="19844" y="79375"/>
                </a:cubicBezTo>
                <a:cubicBezTo>
                  <a:pt x="19844" y="84851"/>
                  <a:pt x="24290" y="89297"/>
                  <a:pt x="29766" y="89297"/>
                </a:cubicBezTo>
                <a:close/>
                <a:moveTo>
                  <a:pt x="138906" y="79375"/>
                </a:moveTo>
                <a:cubicBezTo>
                  <a:pt x="138906" y="73899"/>
                  <a:pt x="134460" y="69453"/>
                  <a:pt x="128984" y="69453"/>
                </a:cubicBezTo>
                <a:cubicBezTo>
                  <a:pt x="123508" y="69453"/>
                  <a:pt x="119062" y="73899"/>
                  <a:pt x="119062" y="79375"/>
                </a:cubicBezTo>
                <a:cubicBezTo>
                  <a:pt x="119062" y="84851"/>
                  <a:pt x="123508" y="89297"/>
                  <a:pt x="128984" y="89297"/>
                </a:cubicBezTo>
                <a:cubicBezTo>
                  <a:pt x="134460" y="89297"/>
                  <a:pt x="138906" y="84851"/>
                  <a:pt x="138906" y="7937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894759" y="5923739"/>
            <a:ext cx="889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4418509" y="6288864"/>
            <a:ext cx="3413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Response times and system throughput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043267" y="5717364"/>
            <a:ext cx="3627438" cy="857250"/>
          </a:xfrm>
          <a:custGeom>
            <a:avLst/>
            <a:gdLst/>
            <a:ahLst/>
            <a:cxnLst/>
            <a:rect l="l" t="t" r="r" b="b"/>
            <a:pathLst>
              <a:path w="3627438" h="857250">
                <a:moveTo>
                  <a:pt x="31750" y="0"/>
                </a:moveTo>
                <a:lnTo>
                  <a:pt x="3532188" y="0"/>
                </a:lnTo>
                <a:cubicBezTo>
                  <a:pt x="3584793" y="0"/>
                  <a:pt x="3627438" y="42644"/>
                  <a:pt x="3627438" y="95249"/>
                </a:cubicBezTo>
                <a:lnTo>
                  <a:pt x="3627438" y="762001"/>
                </a:lnTo>
                <a:cubicBezTo>
                  <a:pt x="3627437" y="814606"/>
                  <a:pt x="3584793" y="857250"/>
                  <a:pt x="3532188" y="857250"/>
                </a:cubicBezTo>
                <a:lnTo>
                  <a:pt x="31750" y="857250"/>
                </a:lnTo>
                <a:cubicBezTo>
                  <a:pt x="14215" y="857250"/>
                  <a:pt x="0" y="843035"/>
                  <a:pt x="0" y="825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EA5E9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043267" y="5717364"/>
            <a:ext cx="31750" cy="857250"/>
          </a:xfrm>
          <a:custGeom>
            <a:avLst/>
            <a:gdLst/>
            <a:ahLst/>
            <a:cxnLst/>
            <a:rect l="l" t="t" r="r" b="b"/>
            <a:pathLst>
              <a:path w="31750" h="857250">
                <a:moveTo>
                  <a:pt x="31750" y="0"/>
                </a:moveTo>
                <a:lnTo>
                  <a:pt x="31750" y="0"/>
                </a:lnTo>
                <a:lnTo>
                  <a:pt x="31750" y="857250"/>
                </a:lnTo>
                <a:lnTo>
                  <a:pt x="31750" y="857250"/>
                </a:lnTo>
                <a:cubicBezTo>
                  <a:pt x="14227" y="857250"/>
                  <a:pt x="0" y="843023"/>
                  <a:pt x="0" y="825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8186143" y="584436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8297268" y="5955489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51284" y="99808"/>
                </a:moveTo>
                <a:cubicBezTo>
                  <a:pt x="57609" y="108490"/>
                  <a:pt x="67841" y="114102"/>
                  <a:pt x="79375" y="114102"/>
                </a:cubicBezTo>
                <a:cubicBezTo>
                  <a:pt x="90909" y="114102"/>
                  <a:pt x="101141" y="108490"/>
                  <a:pt x="107466" y="99808"/>
                </a:cubicBezTo>
                <a:cubicBezTo>
                  <a:pt x="109885" y="96490"/>
                  <a:pt x="114536" y="95746"/>
                  <a:pt x="117853" y="98165"/>
                </a:cubicBezTo>
                <a:cubicBezTo>
                  <a:pt x="121171" y="100583"/>
                  <a:pt x="121915" y="105234"/>
                  <a:pt x="119497" y="108552"/>
                </a:cubicBezTo>
                <a:cubicBezTo>
                  <a:pt x="110474" y="120923"/>
                  <a:pt x="95870" y="128984"/>
                  <a:pt x="79375" y="128984"/>
                </a:cubicBezTo>
                <a:cubicBezTo>
                  <a:pt x="62880" y="128984"/>
                  <a:pt x="48276" y="120923"/>
                  <a:pt x="39253" y="108552"/>
                </a:cubicBezTo>
                <a:cubicBezTo>
                  <a:pt x="36835" y="105234"/>
                  <a:pt x="37579" y="100583"/>
                  <a:pt x="40897" y="98165"/>
                </a:cubicBezTo>
                <a:cubicBezTo>
                  <a:pt x="44214" y="95746"/>
                  <a:pt x="48865" y="96490"/>
                  <a:pt x="51284" y="99808"/>
                </a:cubicBezTo>
                <a:close/>
                <a:moveTo>
                  <a:pt x="44648" y="64492"/>
                </a:moveTo>
                <a:cubicBezTo>
                  <a:pt x="44648" y="59016"/>
                  <a:pt x="49094" y="54570"/>
                  <a:pt x="54570" y="54570"/>
                </a:cubicBezTo>
                <a:cubicBezTo>
                  <a:pt x="60046" y="54570"/>
                  <a:pt x="64492" y="59016"/>
                  <a:pt x="64492" y="64492"/>
                </a:cubicBezTo>
                <a:cubicBezTo>
                  <a:pt x="64492" y="69968"/>
                  <a:pt x="60046" y="74414"/>
                  <a:pt x="54570" y="74414"/>
                </a:cubicBezTo>
                <a:cubicBezTo>
                  <a:pt x="49094" y="74414"/>
                  <a:pt x="44648" y="69968"/>
                  <a:pt x="44648" y="64492"/>
                </a:cubicBezTo>
                <a:close/>
                <a:moveTo>
                  <a:pt x="104180" y="54570"/>
                </a:moveTo>
                <a:cubicBezTo>
                  <a:pt x="109656" y="54570"/>
                  <a:pt x="114102" y="59016"/>
                  <a:pt x="114102" y="64492"/>
                </a:cubicBezTo>
                <a:cubicBezTo>
                  <a:pt x="114102" y="69968"/>
                  <a:pt x="109656" y="74414"/>
                  <a:pt x="104180" y="74414"/>
                </a:cubicBezTo>
                <a:cubicBezTo>
                  <a:pt x="98704" y="74414"/>
                  <a:pt x="94258" y="69968"/>
                  <a:pt x="94258" y="64492"/>
                </a:cubicBezTo>
                <a:cubicBezTo>
                  <a:pt x="94258" y="59016"/>
                  <a:pt x="98704" y="54570"/>
                  <a:pt x="104180" y="5457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8662393" y="5923739"/>
            <a:ext cx="619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Usability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186143" y="6288864"/>
            <a:ext cx="3413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satisfaction and ease of use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7C3AED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26256" y="5715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23812" y="89297"/>
                </a:moveTo>
                <a:lnTo>
                  <a:pt x="23812" y="101203"/>
                </a:lnTo>
                <a:cubicBezTo>
                  <a:pt x="23812" y="104477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4477"/>
                  <a:pt x="47625" y="101203"/>
                </a:cubicBezTo>
                <a:lnTo>
                  <a:pt x="47625" y="89297"/>
                </a:lnTo>
                <a:cubicBezTo>
                  <a:pt x="47625" y="86023"/>
                  <a:pt x="44946" y="83344"/>
                  <a:pt x="41672" y="83344"/>
                </a:cubicBezTo>
                <a:lnTo>
                  <a:pt x="29766" y="83344"/>
                </a:lnTo>
                <a:cubicBezTo>
                  <a:pt x="26491" y="83344"/>
                  <a:pt x="23812" y="86023"/>
                  <a:pt x="23812" y="89297"/>
                </a:cubicBezTo>
                <a:close/>
                <a:moveTo>
                  <a:pt x="71438" y="89297"/>
                </a:moveTo>
                <a:lnTo>
                  <a:pt x="71438" y="101203"/>
                </a:lnTo>
                <a:cubicBezTo>
                  <a:pt x="71438" y="104477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2571" y="83344"/>
                  <a:pt x="89297" y="83344"/>
                </a:cubicBezTo>
                <a:lnTo>
                  <a:pt x="77391" y="83344"/>
                </a:lnTo>
                <a:cubicBezTo>
                  <a:pt x="74116" y="83344"/>
                  <a:pt x="71438" y="86023"/>
                  <a:pt x="71438" y="89297"/>
                </a:cubicBezTo>
                <a:close/>
                <a:moveTo>
                  <a:pt x="125016" y="83344"/>
                </a:moveTo>
                <a:cubicBezTo>
                  <a:pt x="121741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4477"/>
                  <a:pt x="142875" y="101203"/>
                </a:cubicBezTo>
                <a:lnTo>
                  <a:pt x="142875" y="89297"/>
                </a:lnTo>
                <a:cubicBezTo>
                  <a:pt x="142875" y="86023"/>
                  <a:pt x="140196" y="83344"/>
                  <a:pt x="136922" y="83344"/>
                </a:cubicBezTo>
                <a:lnTo>
                  <a:pt x="125016" y="83344"/>
                </a:lnTo>
                <a:close/>
                <a:moveTo>
                  <a:pt x="23812" y="136922"/>
                </a:move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41672" y="154781"/>
                </a:lnTo>
                <a:cubicBezTo>
                  <a:pt x="44946" y="154781"/>
                  <a:pt x="47625" y="152102"/>
                  <a:pt x="47625" y="148828"/>
                </a:cubicBezTo>
                <a:lnTo>
                  <a:pt x="47625" y="136922"/>
                </a:lnTo>
                <a:cubicBezTo>
                  <a:pt x="47625" y="133648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33648"/>
                  <a:pt x="23812" y="136922"/>
                </a:cubicBezTo>
                <a:close/>
                <a:moveTo>
                  <a:pt x="77391" y="130969"/>
                </a:moveTo>
                <a:cubicBezTo>
                  <a:pt x="74116" y="130969"/>
                  <a:pt x="71438" y="133648"/>
                  <a:pt x="71438" y="136922"/>
                </a:cubicBezTo>
                <a:lnTo>
                  <a:pt x="71438" y="148828"/>
                </a:lnTo>
                <a:cubicBezTo>
                  <a:pt x="71438" y="152102"/>
                  <a:pt x="74116" y="154781"/>
                  <a:pt x="77391" y="154781"/>
                </a:cubicBezTo>
                <a:lnTo>
                  <a:pt x="89297" y="154781"/>
                </a:lnTo>
                <a:cubicBezTo>
                  <a:pt x="92571" y="154781"/>
                  <a:pt x="95250" y="152102"/>
                  <a:pt x="95250" y="148828"/>
                </a:cubicBezTo>
                <a:lnTo>
                  <a:pt x="95250" y="136922"/>
                </a:lnTo>
                <a:cubicBezTo>
                  <a:pt x="95250" y="133648"/>
                  <a:pt x="92571" y="130969"/>
                  <a:pt x="89297" y="130969"/>
                </a:cubicBezTo>
                <a:lnTo>
                  <a:pt x="77391" y="130969"/>
                </a:lnTo>
                <a:close/>
                <a:moveTo>
                  <a:pt x="119063" y="136922"/>
                </a:moveTo>
                <a:lnTo>
                  <a:pt x="119063" y="148828"/>
                </a:lnTo>
                <a:cubicBezTo>
                  <a:pt x="119063" y="152102"/>
                  <a:pt x="121741" y="154781"/>
                  <a:pt x="125016" y="154781"/>
                </a:cubicBezTo>
                <a:lnTo>
                  <a:pt x="136922" y="154781"/>
                </a:lnTo>
                <a:cubicBezTo>
                  <a:pt x="140196" y="154781"/>
                  <a:pt x="142875" y="152102"/>
                  <a:pt x="142875" y="148828"/>
                </a:cubicBezTo>
                <a:lnTo>
                  <a:pt x="142875" y="136922"/>
                </a:lnTo>
                <a:cubicBezTo>
                  <a:pt x="142875" y="133648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33648"/>
                  <a:pt x="119063" y="13692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52500" y="381000"/>
            <a:ext cx="1590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Timeline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571500"/>
            <a:ext cx="1695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293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Time Plan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19200"/>
            <a:ext cx="11430000" cy="1295400"/>
          </a:xfrm>
          <a:custGeom>
            <a:avLst/>
            <a:gdLst/>
            <a:ahLst/>
            <a:cxnLst/>
            <a:rect l="l" t="t" r="r" b="b"/>
            <a:pathLst>
              <a:path w="11430000" h="1295400">
                <a:moveTo>
                  <a:pt x="152404" y="0"/>
                </a:moveTo>
                <a:lnTo>
                  <a:pt x="11277596" y="0"/>
                </a:lnTo>
                <a:cubicBezTo>
                  <a:pt x="11361766" y="0"/>
                  <a:pt x="11430000" y="68234"/>
                  <a:pt x="11430000" y="152404"/>
                </a:cubicBezTo>
                <a:lnTo>
                  <a:pt x="11430000" y="1142996"/>
                </a:lnTo>
                <a:cubicBezTo>
                  <a:pt x="11430000" y="1227166"/>
                  <a:pt x="11361766" y="1295400"/>
                  <a:pt x="11277596" y="1295400"/>
                </a:cubicBezTo>
                <a:lnTo>
                  <a:pt x="152404" y="1295400"/>
                </a:lnTo>
                <a:cubicBezTo>
                  <a:pt x="68234" y="1295400"/>
                  <a:pt x="0" y="1227166"/>
                  <a:pt x="0" y="114299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gradFill flip="none" rotWithShape="1">
            <a:gsLst>
              <a:gs pos="0">
                <a:srgbClr val="2563EB"/>
              </a:gs>
              <a:gs pos="100000">
                <a:srgbClr val="7C3AED"/>
              </a:gs>
            </a:gsLst>
            <a:lin ang="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09600" y="1562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3906" y="17240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ubicBezTo>
                  <a:pt x="0" y="64020"/>
                  <a:pt x="64020" y="0"/>
                  <a:pt x="142875" y="0"/>
                </a:cubicBezTo>
                <a:close/>
                <a:moveTo>
                  <a:pt x="129480" y="66973"/>
                </a:moveTo>
                <a:lnTo>
                  <a:pt x="129480" y="142875"/>
                </a:lnTo>
                <a:cubicBezTo>
                  <a:pt x="129480" y="147340"/>
                  <a:pt x="131713" y="151526"/>
                  <a:pt x="135452" y="154037"/>
                </a:cubicBezTo>
                <a:lnTo>
                  <a:pt x="189030" y="189756"/>
                </a:lnTo>
                <a:cubicBezTo>
                  <a:pt x="195169" y="193886"/>
                  <a:pt x="203485" y="192212"/>
                  <a:pt x="207615" y="186017"/>
                </a:cubicBezTo>
                <a:cubicBezTo>
                  <a:pt x="211745" y="179822"/>
                  <a:pt x="210071" y="171562"/>
                  <a:pt x="203876" y="167432"/>
                </a:cubicBezTo>
                <a:lnTo>
                  <a:pt x="156270" y="135731"/>
                </a:lnTo>
                <a:lnTo>
                  <a:pt x="156270" y="66973"/>
                </a:lnTo>
                <a:cubicBezTo>
                  <a:pt x="156270" y="59550"/>
                  <a:pt x="150298" y="53578"/>
                  <a:pt x="142875" y="53578"/>
                </a:cubicBezTo>
                <a:cubicBezTo>
                  <a:pt x="135452" y="53578"/>
                  <a:pt x="129480" y="59550"/>
                  <a:pt x="129480" y="6697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1581150"/>
            <a:ext cx="4524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Project Duration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923929"/>
            <a:ext cx="4486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development lifecycle from requirements to deployment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35378" y="1447800"/>
            <a:ext cx="9429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4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825878" y="2019300"/>
            <a:ext cx="752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1000" y="2724150"/>
            <a:ext cx="2743200" cy="3295650"/>
          </a:xfrm>
          <a:custGeom>
            <a:avLst/>
            <a:gdLst/>
            <a:ahLst/>
            <a:cxnLst/>
            <a:rect l="l" t="t" r="r" b="b"/>
            <a:pathLst>
              <a:path w="2743200" h="32956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143238"/>
                </a:lnTo>
                <a:cubicBezTo>
                  <a:pt x="2743200" y="3227413"/>
                  <a:pt x="2674963" y="3295650"/>
                  <a:pt x="2590788" y="3295650"/>
                </a:cubicBezTo>
                <a:lnTo>
                  <a:pt x="152412" y="3295650"/>
                </a:lnTo>
                <a:cubicBezTo>
                  <a:pt x="68237" y="3295650"/>
                  <a:pt x="0" y="3227413"/>
                  <a:pt x="0" y="314323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1000" y="27241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71500" y="2933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42950" y="3105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4781" y="77391"/>
                </a:moveTo>
                <a:cubicBezTo>
                  <a:pt x="154781" y="94469"/>
                  <a:pt x="149237" y="110244"/>
                  <a:pt x="139898" y="123044"/>
                </a:cubicBezTo>
                <a:lnTo>
                  <a:pt x="187003" y="170185"/>
                </a:lnTo>
                <a:cubicBezTo>
                  <a:pt x="191653" y="174836"/>
                  <a:pt x="191653" y="182389"/>
                  <a:pt x="187003" y="187040"/>
                </a:cubicBezTo>
                <a:cubicBezTo>
                  <a:pt x="182352" y="191691"/>
                  <a:pt x="174799" y="191691"/>
                  <a:pt x="170148" y="187040"/>
                </a:cubicBezTo>
                <a:lnTo>
                  <a:pt x="123044" y="139898"/>
                </a:lnTo>
                <a:cubicBezTo>
                  <a:pt x="110244" y="149237"/>
                  <a:pt x="94469" y="154781"/>
                  <a:pt x="77391" y="154781"/>
                </a:cubicBezTo>
                <a:cubicBezTo>
                  <a:pt x="34640" y="154781"/>
                  <a:pt x="0" y="120142"/>
                  <a:pt x="0" y="77391"/>
                </a:cubicBezTo>
                <a:cubicBezTo>
                  <a:pt x="0" y="34640"/>
                  <a:pt x="34640" y="0"/>
                  <a:pt x="77391" y="0"/>
                </a:cubicBezTo>
                <a:cubicBezTo>
                  <a:pt x="120142" y="0"/>
                  <a:pt x="154781" y="34640"/>
                  <a:pt x="154781" y="77391"/>
                </a:cubicBezTo>
                <a:close/>
                <a:moveTo>
                  <a:pt x="77391" y="130969"/>
                </a:moveTo>
                <a:cubicBezTo>
                  <a:pt x="106961" y="130969"/>
                  <a:pt x="130969" y="106961"/>
                  <a:pt x="130969" y="77391"/>
                </a:cubicBezTo>
                <a:cubicBezTo>
                  <a:pt x="130969" y="47820"/>
                  <a:pt x="106961" y="23812"/>
                  <a:pt x="77391" y="23812"/>
                </a:cubicBezTo>
                <a:cubicBezTo>
                  <a:pt x="47820" y="23812"/>
                  <a:pt x="23813" y="47820"/>
                  <a:pt x="23812" y="77391"/>
                </a:cubicBezTo>
                <a:cubicBezTo>
                  <a:pt x="23812" y="106961"/>
                  <a:pt x="47820" y="130969"/>
                  <a:pt x="77391" y="13096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219200" y="3009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81100" y="300990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1500" y="3619500"/>
            <a:ext cx="2457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1500" y="3962400"/>
            <a:ext cx="2362200" cy="762000"/>
          </a:xfrm>
          <a:custGeom>
            <a:avLst/>
            <a:gdLst/>
            <a:ahLst/>
            <a:cxnLst/>
            <a:rect l="l" t="t" r="r" b="b"/>
            <a:pathLst>
              <a:path w="2362200" h="762000">
                <a:moveTo>
                  <a:pt x="114300" y="0"/>
                </a:moveTo>
                <a:lnTo>
                  <a:pt x="2247900" y="0"/>
                </a:lnTo>
                <a:cubicBezTo>
                  <a:pt x="2310984" y="0"/>
                  <a:pt x="2362200" y="51216"/>
                  <a:pt x="2362200" y="114300"/>
                </a:cubicBezTo>
                <a:lnTo>
                  <a:pt x="2362200" y="647700"/>
                </a:lnTo>
                <a:cubicBezTo>
                  <a:pt x="2362200" y="710784"/>
                  <a:pt x="2310984" y="762000"/>
                  <a:pt x="22479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563EB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" y="4076700"/>
            <a:ext cx="2276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" y="4419600"/>
            <a:ext cx="2200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8884" y="48768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14388" y="4838700"/>
            <a:ext cx="143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Requirements gathering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8884" y="51435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14388" y="5105400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Stakeholder interviews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98884" y="54102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14388" y="5372100"/>
            <a:ext cx="98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analysis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98884" y="56769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14388" y="5638800"/>
            <a:ext cx="99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Feasibility study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6600" y="2724150"/>
            <a:ext cx="2743200" cy="3295650"/>
          </a:xfrm>
          <a:custGeom>
            <a:avLst/>
            <a:gdLst/>
            <a:ahLst/>
            <a:cxnLst/>
            <a:rect l="l" t="t" r="r" b="b"/>
            <a:pathLst>
              <a:path w="2743200" h="32956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143238"/>
                </a:lnTo>
                <a:cubicBezTo>
                  <a:pt x="2743200" y="3227413"/>
                  <a:pt x="2674963" y="3295650"/>
                  <a:pt x="2590788" y="3295650"/>
                </a:cubicBezTo>
                <a:lnTo>
                  <a:pt x="152412" y="3295650"/>
                </a:lnTo>
                <a:cubicBezTo>
                  <a:pt x="68237" y="3295650"/>
                  <a:pt x="0" y="3227413"/>
                  <a:pt x="0" y="314323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76600" y="27241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467100" y="2933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7C3AED"/>
              </a:gs>
              <a:gs pos="100000">
                <a:srgbClr val="EC4899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638550" y="3105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0316" y="0"/>
                </a:moveTo>
                <a:cubicBezTo>
                  <a:pt x="157460" y="0"/>
                  <a:pt x="164306" y="2828"/>
                  <a:pt x="169329" y="7888"/>
                </a:cubicBezTo>
                <a:lnTo>
                  <a:pt x="182612" y="21171"/>
                </a:lnTo>
                <a:cubicBezTo>
                  <a:pt x="187672" y="26194"/>
                  <a:pt x="190500" y="33040"/>
                  <a:pt x="190500" y="40184"/>
                </a:cubicBezTo>
                <a:cubicBezTo>
                  <a:pt x="190500" y="47327"/>
                  <a:pt x="187672" y="54173"/>
                  <a:pt x="182612" y="59196"/>
                </a:cubicBezTo>
                <a:lnTo>
                  <a:pt x="165906" y="75902"/>
                </a:lnTo>
                <a:lnTo>
                  <a:pt x="114598" y="24594"/>
                </a:lnTo>
                <a:lnTo>
                  <a:pt x="131304" y="7888"/>
                </a:lnTo>
                <a:cubicBezTo>
                  <a:pt x="136327" y="2828"/>
                  <a:pt x="143173" y="0"/>
                  <a:pt x="150316" y="0"/>
                </a:cubicBezTo>
                <a:close/>
                <a:moveTo>
                  <a:pt x="21915" y="117239"/>
                </a:moveTo>
                <a:lnTo>
                  <a:pt x="101984" y="37207"/>
                </a:lnTo>
                <a:lnTo>
                  <a:pt x="153293" y="88516"/>
                </a:lnTo>
                <a:lnTo>
                  <a:pt x="73261" y="168585"/>
                </a:lnTo>
                <a:cubicBezTo>
                  <a:pt x="69279" y="172566"/>
                  <a:pt x="64294" y="175468"/>
                  <a:pt x="58862" y="176994"/>
                </a:cubicBezTo>
                <a:lnTo>
                  <a:pt x="11311" y="190165"/>
                </a:lnTo>
                <a:cubicBezTo>
                  <a:pt x="8223" y="191021"/>
                  <a:pt x="4874" y="190165"/>
                  <a:pt x="2604" y="187858"/>
                </a:cubicBezTo>
                <a:cubicBezTo>
                  <a:pt x="335" y="185551"/>
                  <a:pt x="-558" y="182240"/>
                  <a:pt x="298" y="179152"/>
                </a:cubicBezTo>
                <a:lnTo>
                  <a:pt x="13543" y="131638"/>
                </a:lnTo>
                <a:cubicBezTo>
                  <a:pt x="15069" y="126206"/>
                  <a:pt x="17934" y="121258"/>
                  <a:pt x="21952" y="117239"/>
                </a:cubicBezTo>
                <a:close/>
                <a:moveTo>
                  <a:pt x="83865" y="30063"/>
                </a:moveTo>
                <a:lnTo>
                  <a:pt x="30063" y="83865"/>
                </a:lnTo>
                <a:lnTo>
                  <a:pt x="4353" y="58155"/>
                </a:lnTo>
                <a:cubicBezTo>
                  <a:pt x="-1451" y="52350"/>
                  <a:pt x="-1451" y="42937"/>
                  <a:pt x="4353" y="37095"/>
                </a:cubicBezTo>
                <a:lnTo>
                  <a:pt x="37095" y="4353"/>
                </a:lnTo>
                <a:cubicBezTo>
                  <a:pt x="42900" y="-1451"/>
                  <a:pt x="52313" y="-1451"/>
                  <a:pt x="58155" y="4353"/>
                </a:cubicBezTo>
                <a:lnTo>
                  <a:pt x="60350" y="6548"/>
                </a:lnTo>
                <a:lnTo>
                  <a:pt x="39402" y="27496"/>
                </a:lnTo>
                <a:cubicBezTo>
                  <a:pt x="36500" y="30398"/>
                  <a:pt x="36500" y="35123"/>
                  <a:pt x="39402" y="38026"/>
                </a:cubicBezTo>
                <a:cubicBezTo>
                  <a:pt x="42304" y="40928"/>
                  <a:pt x="47030" y="40928"/>
                  <a:pt x="49932" y="38026"/>
                </a:cubicBezTo>
                <a:lnTo>
                  <a:pt x="70879" y="17078"/>
                </a:lnTo>
                <a:lnTo>
                  <a:pt x="83865" y="30063"/>
                </a:lnTo>
                <a:close/>
                <a:moveTo>
                  <a:pt x="160437" y="106635"/>
                </a:moveTo>
                <a:lnTo>
                  <a:pt x="173422" y="119621"/>
                </a:lnTo>
                <a:lnTo>
                  <a:pt x="152474" y="140568"/>
                </a:lnTo>
                <a:cubicBezTo>
                  <a:pt x="149572" y="143470"/>
                  <a:pt x="149572" y="148196"/>
                  <a:pt x="152474" y="151098"/>
                </a:cubicBezTo>
                <a:cubicBezTo>
                  <a:pt x="155377" y="154000"/>
                  <a:pt x="160102" y="154000"/>
                  <a:pt x="163004" y="151098"/>
                </a:cubicBezTo>
                <a:lnTo>
                  <a:pt x="183952" y="130150"/>
                </a:lnTo>
                <a:lnTo>
                  <a:pt x="186147" y="132345"/>
                </a:lnTo>
                <a:cubicBezTo>
                  <a:pt x="191951" y="138150"/>
                  <a:pt x="191951" y="147563"/>
                  <a:pt x="186147" y="153405"/>
                </a:cubicBezTo>
                <a:lnTo>
                  <a:pt x="153405" y="186147"/>
                </a:lnTo>
                <a:cubicBezTo>
                  <a:pt x="147600" y="191951"/>
                  <a:pt x="138187" y="191951"/>
                  <a:pt x="132345" y="186147"/>
                </a:cubicBezTo>
                <a:lnTo>
                  <a:pt x="106635" y="160437"/>
                </a:lnTo>
                <a:lnTo>
                  <a:pt x="160437" y="106635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114800" y="3009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076700" y="300990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467100" y="3619500"/>
            <a:ext cx="2457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467100" y="3962400"/>
            <a:ext cx="2362200" cy="762000"/>
          </a:xfrm>
          <a:custGeom>
            <a:avLst/>
            <a:gdLst/>
            <a:ahLst/>
            <a:cxnLst/>
            <a:rect l="l" t="t" r="r" b="b"/>
            <a:pathLst>
              <a:path w="2362200" h="762000">
                <a:moveTo>
                  <a:pt x="114300" y="0"/>
                </a:moveTo>
                <a:lnTo>
                  <a:pt x="2247900" y="0"/>
                </a:lnTo>
                <a:cubicBezTo>
                  <a:pt x="2310984" y="0"/>
                  <a:pt x="2362200" y="51216"/>
                  <a:pt x="2362200" y="114300"/>
                </a:cubicBezTo>
                <a:lnTo>
                  <a:pt x="2362200" y="647700"/>
                </a:lnTo>
                <a:cubicBezTo>
                  <a:pt x="2362200" y="710784"/>
                  <a:pt x="2310984" y="762000"/>
                  <a:pt x="22479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7C3AED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581400" y="4076700"/>
            <a:ext cx="2276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581400" y="4419600"/>
            <a:ext cx="2200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494484" y="48768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709988" y="4838700"/>
            <a:ext cx="838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UI/UX design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494484" y="51435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709988" y="5105400"/>
            <a:ext cx="108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schema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494484" y="54102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709988" y="5372100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design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494484" y="56769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709988" y="5638800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Prototype development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72200" y="2724150"/>
            <a:ext cx="2743200" cy="3295650"/>
          </a:xfrm>
          <a:custGeom>
            <a:avLst/>
            <a:gdLst/>
            <a:ahLst/>
            <a:cxnLst/>
            <a:rect l="l" t="t" r="r" b="b"/>
            <a:pathLst>
              <a:path w="2743200" h="32956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143238"/>
                </a:lnTo>
                <a:cubicBezTo>
                  <a:pt x="2743200" y="3227413"/>
                  <a:pt x="2674963" y="3295650"/>
                  <a:pt x="2590788" y="3295650"/>
                </a:cubicBezTo>
                <a:lnTo>
                  <a:pt x="152412" y="3295650"/>
                </a:lnTo>
                <a:cubicBezTo>
                  <a:pt x="68237" y="3295650"/>
                  <a:pt x="0" y="3227413"/>
                  <a:pt x="0" y="314323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172200" y="27241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362700" y="2933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0EA5E9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522244" y="31051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010400" y="3009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972300" y="300990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362700" y="3619500"/>
            <a:ext cx="2457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62700" y="3962400"/>
            <a:ext cx="2362200" cy="762000"/>
          </a:xfrm>
          <a:custGeom>
            <a:avLst/>
            <a:gdLst/>
            <a:ahLst/>
            <a:cxnLst/>
            <a:rect l="l" t="t" r="r" b="b"/>
            <a:pathLst>
              <a:path w="2362200" h="762000">
                <a:moveTo>
                  <a:pt x="114300" y="0"/>
                </a:moveTo>
                <a:lnTo>
                  <a:pt x="2247900" y="0"/>
                </a:lnTo>
                <a:cubicBezTo>
                  <a:pt x="2310984" y="0"/>
                  <a:pt x="2362200" y="51216"/>
                  <a:pt x="2362200" y="114300"/>
                </a:cubicBezTo>
                <a:lnTo>
                  <a:pt x="2362200" y="647700"/>
                </a:lnTo>
                <a:cubicBezTo>
                  <a:pt x="2362200" y="710784"/>
                  <a:pt x="2310984" y="762000"/>
                  <a:pt x="22479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EA5E9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477000" y="4076700"/>
            <a:ext cx="2276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EA5E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477000" y="4419600"/>
            <a:ext cx="2200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90084" y="48768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605588" y="4838700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 development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390084" y="51435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605588" y="5105400"/>
            <a:ext cx="781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 API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90084" y="54102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605588" y="5372100"/>
            <a:ext cx="962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setup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390084" y="56769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605588" y="5638800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Integration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9067800" y="2724150"/>
            <a:ext cx="2743200" cy="3295650"/>
          </a:xfrm>
          <a:custGeom>
            <a:avLst/>
            <a:gdLst/>
            <a:ahLst/>
            <a:cxnLst/>
            <a:rect l="l" t="t" r="r" b="b"/>
            <a:pathLst>
              <a:path w="2743200" h="32956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143238"/>
                </a:lnTo>
                <a:cubicBezTo>
                  <a:pt x="2743200" y="3227413"/>
                  <a:pt x="2674963" y="3295650"/>
                  <a:pt x="2590788" y="3295650"/>
                </a:cubicBezTo>
                <a:lnTo>
                  <a:pt x="152412" y="3295650"/>
                </a:lnTo>
                <a:cubicBezTo>
                  <a:pt x="68237" y="3295650"/>
                  <a:pt x="0" y="3227413"/>
                  <a:pt x="0" y="314323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9067800" y="27241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9258300" y="2933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/>
              </a:gs>
              <a:gs pos="100000">
                <a:srgbClr val="059669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9429750" y="3105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9906000" y="3009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9867900" y="300990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9258300" y="3619500"/>
            <a:ext cx="2457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Testing &amp; Deploy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9258300" y="3962400"/>
            <a:ext cx="2362200" cy="762000"/>
          </a:xfrm>
          <a:custGeom>
            <a:avLst/>
            <a:gdLst/>
            <a:ahLst/>
            <a:cxnLst/>
            <a:rect l="l" t="t" r="r" b="b"/>
            <a:pathLst>
              <a:path w="2362200" h="762000">
                <a:moveTo>
                  <a:pt x="114300" y="0"/>
                </a:moveTo>
                <a:lnTo>
                  <a:pt x="2247900" y="0"/>
                </a:lnTo>
                <a:cubicBezTo>
                  <a:pt x="2310984" y="0"/>
                  <a:pt x="2362200" y="51216"/>
                  <a:pt x="2362200" y="114300"/>
                </a:cubicBezTo>
                <a:lnTo>
                  <a:pt x="2362200" y="647700"/>
                </a:lnTo>
                <a:cubicBezTo>
                  <a:pt x="2362200" y="710784"/>
                  <a:pt x="2310984" y="762000"/>
                  <a:pt x="22479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9372600" y="4076700"/>
            <a:ext cx="2276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9372600" y="4419600"/>
            <a:ext cx="2200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Weeks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9285684" y="48768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9501188" y="4838700"/>
            <a:ext cx="149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 &amp; integration testing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9285684" y="51435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9501188" y="5105400"/>
            <a:ext cx="99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UAT &amp; bug fixes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9285684" y="54102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9501188" y="5372100"/>
            <a:ext cx="781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9285684" y="56769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9501188" y="5638800"/>
            <a:ext cx="962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Documentation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381000" y="6210300"/>
            <a:ext cx="11430000" cy="609600"/>
          </a:xfrm>
          <a:custGeom>
            <a:avLst/>
            <a:gdLst/>
            <a:ahLst/>
            <a:cxnLst/>
            <a:rect l="l" t="t" r="r" b="b"/>
            <a:pathLst>
              <a:path w="11430000" h="609600">
                <a:moveTo>
                  <a:pt x="152400" y="0"/>
                </a:moveTo>
                <a:lnTo>
                  <a:pt x="11277600" y="0"/>
                </a:lnTo>
                <a:cubicBezTo>
                  <a:pt x="11361712" y="0"/>
                  <a:pt x="11430000" y="68288"/>
                  <a:pt x="11430000" y="152400"/>
                </a:cubicBezTo>
                <a:lnTo>
                  <a:pt x="11430000" y="457200"/>
                </a:lnTo>
                <a:cubicBezTo>
                  <a:pt x="11430000" y="541312"/>
                  <a:pt x="11361712" y="609600"/>
                  <a:pt x="112776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2278975" y="6419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2569488" y="6400800"/>
            <a:ext cx="781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MS Project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3581757" y="636270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9525" y="0"/>
                </a:lnTo>
                <a:lnTo>
                  <a:pt x="95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3931801" y="64198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45963" y="11906"/>
                </a:moveTo>
                <a:lnTo>
                  <a:pt x="20873" y="11906"/>
                </a:lnTo>
                <a:cubicBezTo>
                  <a:pt x="9339" y="11906"/>
                  <a:pt x="0" y="21245"/>
                  <a:pt x="0" y="32742"/>
                </a:cubicBezTo>
                <a:cubicBezTo>
                  <a:pt x="-37" y="32742"/>
                  <a:pt x="0" y="31254"/>
                  <a:pt x="0" y="157758"/>
                </a:cubicBezTo>
                <a:cubicBezTo>
                  <a:pt x="0" y="169255"/>
                  <a:pt x="9339" y="178594"/>
                  <a:pt x="20836" y="178594"/>
                </a:cubicBezTo>
                <a:lnTo>
                  <a:pt x="145926" y="178594"/>
                </a:lnTo>
                <a:cubicBezTo>
                  <a:pt x="157386" y="178519"/>
                  <a:pt x="166650" y="169218"/>
                  <a:pt x="166650" y="157758"/>
                </a:cubicBezTo>
                <a:lnTo>
                  <a:pt x="166650" y="32742"/>
                </a:lnTo>
                <a:cubicBezTo>
                  <a:pt x="166688" y="21282"/>
                  <a:pt x="157423" y="11981"/>
                  <a:pt x="145963" y="11906"/>
                </a:cubicBezTo>
                <a:close/>
                <a:moveTo>
                  <a:pt x="73298" y="138150"/>
                </a:moveTo>
                <a:cubicBezTo>
                  <a:pt x="73223" y="143619"/>
                  <a:pt x="68796" y="148047"/>
                  <a:pt x="63289" y="148047"/>
                </a:cubicBezTo>
                <a:lnTo>
                  <a:pt x="32519" y="148047"/>
                </a:lnTo>
                <a:cubicBezTo>
                  <a:pt x="27012" y="148084"/>
                  <a:pt x="22510" y="143656"/>
                  <a:pt x="22473" y="138150"/>
                </a:cubicBezTo>
                <a:lnTo>
                  <a:pt x="22473" y="43569"/>
                </a:lnTo>
                <a:cubicBezTo>
                  <a:pt x="22473" y="38063"/>
                  <a:pt x="26938" y="33561"/>
                  <a:pt x="32482" y="33561"/>
                </a:cubicBezTo>
                <a:lnTo>
                  <a:pt x="63326" y="33561"/>
                </a:lnTo>
                <a:cubicBezTo>
                  <a:pt x="68833" y="33561"/>
                  <a:pt x="73335" y="38026"/>
                  <a:pt x="73335" y="43569"/>
                </a:cubicBezTo>
                <a:lnTo>
                  <a:pt x="73335" y="138150"/>
                </a:lnTo>
                <a:lnTo>
                  <a:pt x="73298" y="138150"/>
                </a:lnTo>
                <a:close/>
                <a:moveTo>
                  <a:pt x="145145" y="96478"/>
                </a:moveTo>
                <a:cubicBezTo>
                  <a:pt x="145145" y="101984"/>
                  <a:pt x="140680" y="106487"/>
                  <a:pt x="135136" y="106487"/>
                </a:cubicBezTo>
                <a:lnTo>
                  <a:pt x="104998" y="106487"/>
                </a:lnTo>
                <a:cubicBezTo>
                  <a:pt x="99492" y="106487"/>
                  <a:pt x="94990" y="102022"/>
                  <a:pt x="94990" y="96478"/>
                </a:cubicBezTo>
                <a:lnTo>
                  <a:pt x="94990" y="43607"/>
                </a:lnTo>
                <a:cubicBezTo>
                  <a:pt x="94990" y="38100"/>
                  <a:pt x="99454" y="33598"/>
                  <a:pt x="104961" y="33598"/>
                </a:cubicBezTo>
                <a:lnTo>
                  <a:pt x="135136" y="33598"/>
                </a:lnTo>
                <a:cubicBezTo>
                  <a:pt x="140643" y="33598"/>
                  <a:pt x="145145" y="38063"/>
                  <a:pt x="145145" y="43607"/>
                </a:cubicBezTo>
                <a:lnTo>
                  <a:pt x="145145" y="96478"/>
                </a:ln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4210407" y="6400800"/>
            <a:ext cx="447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Trello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4887754" y="636270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9525" y="0"/>
                </a:lnTo>
                <a:lnTo>
                  <a:pt x="95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5225891" y="6419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5477" y="89929"/>
                </a:moveTo>
                <a:cubicBezTo>
                  <a:pt x="158353" y="62880"/>
                  <a:pt x="122448" y="26715"/>
                  <a:pt x="95622" y="0"/>
                </a:cubicBezTo>
                <a:cubicBezTo>
                  <a:pt x="34044" y="61354"/>
                  <a:pt x="5395" y="89929"/>
                  <a:pt x="5395" y="89929"/>
                </a:cubicBezTo>
                <a:cubicBezTo>
                  <a:pt x="2456" y="92869"/>
                  <a:pt x="2456" y="97631"/>
                  <a:pt x="5395" y="100608"/>
                </a:cubicBezTo>
                <a:cubicBezTo>
                  <a:pt x="54806" y="149833"/>
                  <a:pt x="28389" y="123490"/>
                  <a:pt x="95622" y="190500"/>
                </a:cubicBezTo>
                <a:cubicBezTo>
                  <a:pt x="236786" y="49857"/>
                  <a:pt x="101464" y="184286"/>
                  <a:pt x="185477" y="100571"/>
                </a:cubicBezTo>
                <a:cubicBezTo>
                  <a:pt x="188454" y="97631"/>
                  <a:pt x="188454" y="92869"/>
                  <a:pt x="185477" y="89929"/>
                </a:cubicBezTo>
                <a:close/>
                <a:moveTo>
                  <a:pt x="95622" y="123416"/>
                </a:moveTo>
                <a:lnTo>
                  <a:pt x="67345" y="95250"/>
                </a:lnTo>
                <a:lnTo>
                  <a:pt x="95622" y="67084"/>
                </a:lnTo>
                <a:lnTo>
                  <a:pt x="123899" y="95250"/>
                </a:lnTo>
                <a:lnTo>
                  <a:pt x="95622" y="123416"/>
                </a:ln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5516404" y="64008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Jira</a:t>
            </a:r>
            <a:endParaRPr lang="en-US" sz="1600" dirty="0"/>
          </a:p>
        </p:txBody>
      </p:sp>
      <p:sp>
        <p:nvSpPr>
          <p:cNvPr id="94" name="Text 92"/>
          <p:cNvSpPr/>
          <p:nvPr/>
        </p:nvSpPr>
        <p:spPr>
          <a:xfrm>
            <a:off x="6179820" y="6419850"/>
            <a:ext cx="3819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management tools for tracking progress and collaboration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EA5E9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14350" y="571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66688" y="166688"/>
                </a:lnTo>
                <a:cubicBezTo>
                  <a:pt x="179822" y="166688"/>
                  <a:pt x="190500" y="156009"/>
                  <a:pt x="190500" y="142875"/>
                </a:cubicBezTo>
                <a:lnTo>
                  <a:pt x="190500" y="71438"/>
                </a:lnTo>
                <a:cubicBezTo>
                  <a:pt x="190500" y="58303"/>
                  <a:pt x="179822" y="47625"/>
                  <a:pt x="166688" y="47625"/>
                </a:cubicBezTo>
                <a:lnTo>
                  <a:pt x="26789" y="47625"/>
                </a:lnTo>
                <a:cubicBezTo>
                  <a:pt x="21841" y="47625"/>
                  <a:pt x="17859" y="43644"/>
                  <a:pt x="17859" y="38695"/>
                </a:cubicBezTo>
                <a:cubicBezTo>
                  <a:pt x="17859" y="33747"/>
                  <a:pt x="21841" y="29766"/>
                  <a:pt x="26789" y="29766"/>
                </a:cubicBezTo>
                <a:lnTo>
                  <a:pt x="169664" y="29766"/>
                </a:lnTo>
                <a:cubicBezTo>
                  <a:pt x="174613" y="29766"/>
                  <a:pt x="178594" y="25784"/>
                  <a:pt x="178594" y="20836"/>
                </a:cubicBezTo>
                <a:cubicBezTo>
                  <a:pt x="178594" y="15887"/>
                  <a:pt x="174613" y="11906"/>
                  <a:pt x="169664" y="11906"/>
                </a:cubicBezTo>
                <a:lnTo>
                  <a:pt x="23812" y="11906"/>
                </a:lnTo>
                <a:close/>
                <a:moveTo>
                  <a:pt x="154781" y="95250"/>
                </a:moveTo>
                <a:cubicBezTo>
                  <a:pt x="161352" y="95250"/>
                  <a:pt x="166688" y="100585"/>
                  <a:pt x="166688" y="107156"/>
                </a:cubicBezTo>
                <a:cubicBezTo>
                  <a:pt x="166688" y="113727"/>
                  <a:pt x="161352" y="119063"/>
                  <a:pt x="154781" y="119063"/>
                </a:cubicBezTo>
                <a:cubicBezTo>
                  <a:pt x="148210" y="119063"/>
                  <a:pt x="142875" y="113727"/>
                  <a:pt x="142875" y="107156"/>
                </a:cubicBezTo>
                <a:cubicBezTo>
                  <a:pt x="142875" y="100585"/>
                  <a:pt x="148210" y="95250"/>
                  <a:pt x="154781" y="9525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52500" y="381000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0EA5E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571500"/>
            <a:ext cx="1323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293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Budget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52500" y="1028700"/>
            <a:ext cx="1093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Cost-effective solution with minimal infrastructure investment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1485900"/>
            <a:ext cx="6762750" cy="3962400"/>
          </a:xfrm>
          <a:custGeom>
            <a:avLst/>
            <a:gdLst/>
            <a:ahLst/>
            <a:cxnLst/>
            <a:rect l="l" t="t" r="r" b="b"/>
            <a:pathLst>
              <a:path w="6762750" h="3962400">
                <a:moveTo>
                  <a:pt x="152394" y="0"/>
                </a:moveTo>
                <a:lnTo>
                  <a:pt x="6610356" y="0"/>
                </a:lnTo>
                <a:cubicBezTo>
                  <a:pt x="6694521" y="0"/>
                  <a:pt x="6762750" y="68229"/>
                  <a:pt x="6762750" y="152394"/>
                </a:cubicBezTo>
                <a:lnTo>
                  <a:pt x="6762750" y="3810006"/>
                </a:lnTo>
                <a:cubicBezTo>
                  <a:pt x="6762750" y="3894171"/>
                  <a:pt x="6694521" y="3962400"/>
                  <a:pt x="6610356" y="3962400"/>
                </a:cubicBezTo>
                <a:lnTo>
                  <a:pt x="152394" y="3962400"/>
                </a:lnTo>
                <a:cubicBezTo>
                  <a:pt x="68229" y="3962400"/>
                  <a:pt x="0" y="3894171"/>
                  <a:pt x="0" y="38100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33413" y="1752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59" y="53578"/>
                </a:moveTo>
                <a:cubicBezTo>
                  <a:pt x="27716" y="53578"/>
                  <a:pt x="35719" y="45576"/>
                  <a:pt x="35719" y="35719"/>
                </a:cubicBezTo>
                <a:cubicBezTo>
                  <a:pt x="35719" y="25862"/>
                  <a:pt x="27716" y="17859"/>
                  <a:pt x="17859" y="17859"/>
                </a:cubicBezTo>
                <a:cubicBezTo>
                  <a:pt x="8003" y="17859"/>
                  <a:pt x="0" y="25862"/>
                  <a:pt x="0" y="35719"/>
                </a:cubicBezTo>
                <a:cubicBezTo>
                  <a:pt x="0" y="45576"/>
                  <a:pt x="8003" y="53578"/>
                  <a:pt x="17859" y="53578"/>
                </a:cubicBezTo>
                <a:close/>
                <a:moveTo>
                  <a:pt x="71438" y="23812"/>
                </a:moveTo>
                <a:cubicBezTo>
                  <a:pt x="64852" y="23812"/>
                  <a:pt x="59531" y="29133"/>
                  <a:pt x="59531" y="35719"/>
                </a:cubicBezTo>
                <a:cubicBezTo>
                  <a:pt x="59531" y="42304"/>
                  <a:pt x="64852" y="47625"/>
                  <a:pt x="71438" y="47625"/>
                </a:cubicBezTo>
                <a:lnTo>
                  <a:pt x="178594" y="47625"/>
                </a:lnTo>
                <a:cubicBezTo>
                  <a:pt x="185179" y="47625"/>
                  <a:pt x="190500" y="42304"/>
                  <a:pt x="190500" y="35719"/>
                </a:cubicBezTo>
                <a:cubicBezTo>
                  <a:pt x="190500" y="29133"/>
                  <a:pt x="185179" y="23812"/>
                  <a:pt x="178594" y="23812"/>
                </a:cubicBezTo>
                <a:lnTo>
                  <a:pt x="71438" y="23812"/>
                </a:lnTo>
                <a:close/>
                <a:moveTo>
                  <a:pt x="71438" y="83344"/>
                </a:moveTo>
                <a:cubicBezTo>
                  <a:pt x="64852" y="83344"/>
                  <a:pt x="59531" y="88664"/>
                  <a:pt x="59531" y="95250"/>
                </a:cubicBezTo>
                <a:cubicBezTo>
                  <a:pt x="59531" y="101836"/>
                  <a:pt x="64852" y="107156"/>
                  <a:pt x="71438" y="107156"/>
                </a:cubicBezTo>
                <a:lnTo>
                  <a:pt x="178594" y="107156"/>
                </a:lnTo>
                <a:cubicBezTo>
                  <a:pt x="185179" y="107156"/>
                  <a:pt x="190500" y="101836"/>
                  <a:pt x="190500" y="95250"/>
                </a:cubicBezTo>
                <a:cubicBezTo>
                  <a:pt x="190500" y="88664"/>
                  <a:pt x="185179" y="83344"/>
                  <a:pt x="178594" y="83344"/>
                </a:cubicBezTo>
                <a:lnTo>
                  <a:pt x="71438" y="83344"/>
                </a:lnTo>
                <a:close/>
                <a:moveTo>
                  <a:pt x="71438" y="142875"/>
                </a:moveTo>
                <a:cubicBezTo>
                  <a:pt x="64852" y="142875"/>
                  <a:pt x="59531" y="148196"/>
                  <a:pt x="59531" y="154781"/>
                </a:cubicBezTo>
                <a:cubicBezTo>
                  <a:pt x="59531" y="161367"/>
                  <a:pt x="64852" y="166688"/>
                  <a:pt x="71438" y="166688"/>
                </a:cubicBezTo>
                <a:lnTo>
                  <a:pt x="178594" y="166688"/>
                </a:lnTo>
                <a:cubicBezTo>
                  <a:pt x="185179" y="166688"/>
                  <a:pt x="190500" y="161367"/>
                  <a:pt x="190500" y="154781"/>
                </a:cubicBezTo>
                <a:cubicBezTo>
                  <a:pt x="190500" y="148196"/>
                  <a:pt x="185179" y="142875"/>
                  <a:pt x="178594" y="142875"/>
                </a:cubicBezTo>
                <a:lnTo>
                  <a:pt x="71438" y="142875"/>
                </a:lnTo>
                <a:close/>
                <a:moveTo>
                  <a:pt x="17859" y="172641"/>
                </a:moveTo>
                <a:cubicBezTo>
                  <a:pt x="27716" y="172641"/>
                  <a:pt x="35719" y="164638"/>
                  <a:pt x="35719" y="154781"/>
                </a:cubicBezTo>
                <a:cubicBezTo>
                  <a:pt x="35719" y="144924"/>
                  <a:pt x="27716" y="136922"/>
                  <a:pt x="17859" y="136922"/>
                </a:cubicBezTo>
                <a:cubicBezTo>
                  <a:pt x="8003" y="136922"/>
                  <a:pt x="0" y="144924"/>
                  <a:pt x="0" y="154781"/>
                </a:cubicBezTo>
                <a:cubicBezTo>
                  <a:pt x="0" y="164638"/>
                  <a:pt x="8003" y="172641"/>
                  <a:pt x="17859" y="172641"/>
                </a:cubicBezTo>
                <a:close/>
                <a:moveTo>
                  <a:pt x="35719" y="95250"/>
                </a:moveTo>
                <a:cubicBezTo>
                  <a:pt x="35719" y="85393"/>
                  <a:pt x="27716" y="77391"/>
                  <a:pt x="17859" y="77391"/>
                </a:cubicBezTo>
                <a:cubicBezTo>
                  <a:pt x="8003" y="77391"/>
                  <a:pt x="0" y="85393"/>
                  <a:pt x="0" y="95250"/>
                </a:cubicBezTo>
                <a:cubicBezTo>
                  <a:pt x="0" y="105107"/>
                  <a:pt x="8003" y="113109"/>
                  <a:pt x="17859" y="113109"/>
                </a:cubicBezTo>
                <a:cubicBezTo>
                  <a:pt x="27716" y="113109"/>
                  <a:pt x="35719" y="105107"/>
                  <a:pt x="35719" y="9525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47725" y="1714500"/>
            <a:ext cx="6162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 Breakdown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8650" y="2171700"/>
            <a:ext cx="6286500" cy="762000"/>
          </a:xfrm>
          <a:custGeom>
            <a:avLst/>
            <a:gdLst/>
            <a:ahLst/>
            <a:cxnLst/>
            <a:rect l="l" t="t" r="r" b="b"/>
            <a:pathLst>
              <a:path w="6286500" h="762000">
                <a:moveTo>
                  <a:pt x="38100" y="0"/>
                </a:moveTo>
                <a:lnTo>
                  <a:pt x="6172200" y="0"/>
                </a:lnTo>
                <a:cubicBezTo>
                  <a:pt x="6235284" y="0"/>
                  <a:pt x="6286500" y="51216"/>
                  <a:pt x="6286500" y="114300"/>
                </a:cubicBezTo>
                <a:lnTo>
                  <a:pt x="6286500" y="647700"/>
                </a:lnTo>
                <a:cubicBezTo>
                  <a:pt x="6286500" y="710784"/>
                  <a:pt x="6235284" y="762000"/>
                  <a:pt x="617220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8650" y="217170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00100" y="2324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563EB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33450" y="24574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71600" y="2343150"/>
            <a:ext cx="1162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Domain (.com)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2571750"/>
            <a:ext cx="115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registration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35003" y="2400300"/>
            <a:ext cx="114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2,500 LKR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8650" y="3086100"/>
            <a:ext cx="6286500" cy="762000"/>
          </a:xfrm>
          <a:custGeom>
            <a:avLst/>
            <a:gdLst/>
            <a:ahLst/>
            <a:cxnLst/>
            <a:rect l="l" t="t" r="r" b="b"/>
            <a:pathLst>
              <a:path w="6286500" h="762000">
                <a:moveTo>
                  <a:pt x="38100" y="0"/>
                </a:moveTo>
                <a:lnTo>
                  <a:pt x="6172200" y="0"/>
                </a:lnTo>
                <a:cubicBezTo>
                  <a:pt x="6235284" y="0"/>
                  <a:pt x="6286500" y="51216"/>
                  <a:pt x="6286500" y="114300"/>
                </a:cubicBezTo>
                <a:lnTo>
                  <a:pt x="6286500" y="647700"/>
                </a:lnTo>
                <a:cubicBezTo>
                  <a:pt x="6286500" y="710784"/>
                  <a:pt x="6235284" y="762000"/>
                  <a:pt x="617220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8650" y="308610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00100" y="3238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7C3AED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45356" y="33718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371600" y="3257550"/>
            <a:ext cx="131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Hosting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3486150"/>
            <a:ext cx="130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server (annual)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98450" y="3314700"/>
            <a:ext cx="1181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8,000 LKR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09600" y="4000500"/>
            <a:ext cx="6305550" cy="762000"/>
          </a:xfrm>
          <a:custGeom>
            <a:avLst/>
            <a:gdLst/>
            <a:ahLst/>
            <a:cxnLst/>
            <a:rect l="l" t="t" r="r" b="b"/>
            <a:pathLst>
              <a:path w="6305550" h="762000">
                <a:moveTo>
                  <a:pt x="114300" y="0"/>
                </a:moveTo>
                <a:lnTo>
                  <a:pt x="6191250" y="0"/>
                </a:lnTo>
                <a:cubicBezTo>
                  <a:pt x="6254334" y="0"/>
                  <a:pt x="6305550" y="51216"/>
                  <a:pt x="6305550" y="114300"/>
                </a:cubicBezTo>
                <a:lnTo>
                  <a:pt x="6305550" y="647700"/>
                </a:lnTo>
                <a:cubicBezTo>
                  <a:pt x="6305550" y="710784"/>
                  <a:pt x="6254334" y="762000"/>
                  <a:pt x="619125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563EB"/>
              </a:gs>
              <a:gs pos="100000">
                <a:srgbClr val="7C3AED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62000" y="4152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19162" y="42862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35719" y="23812"/>
                </a:moveTo>
                <a:lnTo>
                  <a:pt x="107156" y="23812"/>
                </a:lnTo>
                <a:cubicBezTo>
                  <a:pt x="113742" y="23812"/>
                  <a:pt x="119063" y="29133"/>
                  <a:pt x="119063" y="35719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35719" y="59531"/>
                </a:lnTo>
                <a:cubicBezTo>
                  <a:pt x="29133" y="59531"/>
                  <a:pt x="23812" y="54211"/>
                  <a:pt x="23812" y="47625"/>
                </a:cubicBezTo>
                <a:lnTo>
                  <a:pt x="23812" y="35719"/>
                </a:lnTo>
                <a:cubicBezTo>
                  <a:pt x="23812" y="29133"/>
                  <a:pt x="29133" y="23812"/>
                  <a:pt x="35719" y="23812"/>
                </a:cubicBezTo>
                <a:close/>
                <a:moveTo>
                  <a:pt x="41672" y="86320"/>
                </a:moveTo>
                <a:cubicBezTo>
                  <a:pt x="41672" y="91249"/>
                  <a:pt x="37671" y="95250"/>
                  <a:pt x="32742" y="95250"/>
                </a:cubicBezTo>
                <a:cubicBezTo>
                  <a:pt x="27814" y="95250"/>
                  <a:pt x="23812" y="91249"/>
                  <a:pt x="23812" y="86320"/>
                </a:cubicBezTo>
                <a:cubicBezTo>
                  <a:pt x="23812" y="81392"/>
                  <a:pt x="27814" y="77391"/>
                  <a:pt x="32742" y="77391"/>
                </a:cubicBezTo>
                <a:cubicBezTo>
                  <a:pt x="37671" y="77391"/>
                  <a:pt x="41672" y="81392"/>
                  <a:pt x="41672" y="86320"/>
                </a:cubicBezTo>
                <a:close/>
                <a:moveTo>
                  <a:pt x="71438" y="95250"/>
                </a:moveTo>
                <a:cubicBezTo>
                  <a:pt x="66509" y="95250"/>
                  <a:pt x="62508" y="91249"/>
                  <a:pt x="62508" y="86320"/>
                </a:cubicBezTo>
                <a:cubicBezTo>
                  <a:pt x="62508" y="81392"/>
                  <a:pt x="66509" y="77391"/>
                  <a:pt x="71438" y="77391"/>
                </a:cubicBezTo>
                <a:cubicBezTo>
                  <a:pt x="76366" y="77391"/>
                  <a:pt x="80367" y="81392"/>
                  <a:pt x="80367" y="86320"/>
                </a:cubicBezTo>
                <a:cubicBezTo>
                  <a:pt x="80367" y="91249"/>
                  <a:pt x="76366" y="95250"/>
                  <a:pt x="71438" y="95250"/>
                </a:cubicBezTo>
                <a:close/>
                <a:moveTo>
                  <a:pt x="119063" y="86320"/>
                </a:moveTo>
                <a:cubicBezTo>
                  <a:pt x="119063" y="91249"/>
                  <a:pt x="115061" y="95250"/>
                  <a:pt x="110133" y="95250"/>
                </a:cubicBezTo>
                <a:cubicBezTo>
                  <a:pt x="105204" y="95250"/>
                  <a:pt x="101203" y="91249"/>
                  <a:pt x="101203" y="86320"/>
                </a:cubicBezTo>
                <a:cubicBezTo>
                  <a:pt x="101203" y="81392"/>
                  <a:pt x="105204" y="77391"/>
                  <a:pt x="110133" y="77391"/>
                </a:cubicBezTo>
                <a:cubicBezTo>
                  <a:pt x="115061" y="77391"/>
                  <a:pt x="119063" y="81392"/>
                  <a:pt x="119063" y="86320"/>
                </a:cubicBezTo>
                <a:close/>
                <a:moveTo>
                  <a:pt x="32742" y="130969"/>
                </a:moveTo>
                <a:cubicBezTo>
                  <a:pt x="27814" y="130969"/>
                  <a:pt x="23812" y="126967"/>
                  <a:pt x="23812" y="122039"/>
                </a:cubicBezTo>
                <a:cubicBezTo>
                  <a:pt x="23812" y="117111"/>
                  <a:pt x="27814" y="113109"/>
                  <a:pt x="32742" y="113109"/>
                </a:cubicBezTo>
                <a:cubicBezTo>
                  <a:pt x="37671" y="113109"/>
                  <a:pt x="41672" y="117111"/>
                  <a:pt x="41672" y="122039"/>
                </a:cubicBezTo>
                <a:cubicBezTo>
                  <a:pt x="41672" y="126967"/>
                  <a:pt x="37671" y="130969"/>
                  <a:pt x="32742" y="130969"/>
                </a:cubicBezTo>
                <a:close/>
                <a:moveTo>
                  <a:pt x="80367" y="122039"/>
                </a:moveTo>
                <a:cubicBezTo>
                  <a:pt x="80367" y="126967"/>
                  <a:pt x="76366" y="130969"/>
                  <a:pt x="71438" y="130969"/>
                </a:cubicBezTo>
                <a:cubicBezTo>
                  <a:pt x="66509" y="130969"/>
                  <a:pt x="62508" y="126967"/>
                  <a:pt x="62508" y="122039"/>
                </a:cubicBezTo>
                <a:cubicBezTo>
                  <a:pt x="62508" y="117111"/>
                  <a:pt x="66509" y="113109"/>
                  <a:pt x="71438" y="113109"/>
                </a:cubicBezTo>
                <a:cubicBezTo>
                  <a:pt x="76366" y="113109"/>
                  <a:pt x="80367" y="117111"/>
                  <a:pt x="80367" y="122039"/>
                </a:cubicBezTo>
                <a:close/>
                <a:moveTo>
                  <a:pt x="110133" y="130969"/>
                </a:moveTo>
                <a:cubicBezTo>
                  <a:pt x="105204" y="130969"/>
                  <a:pt x="101203" y="126967"/>
                  <a:pt x="101203" y="122039"/>
                </a:cubicBezTo>
                <a:cubicBezTo>
                  <a:pt x="101203" y="117111"/>
                  <a:pt x="105204" y="113109"/>
                  <a:pt x="110133" y="113109"/>
                </a:cubicBezTo>
                <a:cubicBezTo>
                  <a:pt x="115061" y="113109"/>
                  <a:pt x="119063" y="117111"/>
                  <a:pt x="119063" y="122039"/>
                </a:cubicBezTo>
                <a:cubicBezTo>
                  <a:pt x="119063" y="126967"/>
                  <a:pt x="115061" y="130969"/>
                  <a:pt x="110133" y="130969"/>
                </a:cubicBezTo>
                <a:close/>
                <a:moveTo>
                  <a:pt x="23812" y="157758"/>
                </a:moveTo>
                <a:cubicBezTo>
                  <a:pt x="23812" y="152809"/>
                  <a:pt x="27794" y="148828"/>
                  <a:pt x="32742" y="148828"/>
                </a:cubicBezTo>
                <a:lnTo>
                  <a:pt x="74414" y="148828"/>
                </a:lnTo>
                <a:cubicBezTo>
                  <a:pt x="79363" y="148828"/>
                  <a:pt x="83344" y="152809"/>
                  <a:pt x="83344" y="157758"/>
                </a:cubicBezTo>
                <a:cubicBezTo>
                  <a:pt x="83344" y="162706"/>
                  <a:pt x="79363" y="166688"/>
                  <a:pt x="74414" y="166688"/>
                </a:cubicBezTo>
                <a:lnTo>
                  <a:pt x="32742" y="166688"/>
                </a:lnTo>
                <a:cubicBezTo>
                  <a:pt x="27794" y="166688"/>
                  <a:pt x="23812" y="162706"/>
                  <a:pt x="23812" y="157758"/>
                </a:cubicBezTo>
                <a:close/>
                <a:moveTo>
                  <a:pt x="110133" y="148828"/>
                </a:moveTo>
                <a:cubicBezTo>
                  <a:pt x="115081" y="148828"/>
                  <a:pt x="119063" y="152809"/>
                  <a:pt x="119063" y="157758"/>
                </a:cubicBezTo>
                <a:cubicBezTo>
                  <a:pt x="119063" y="162706"/>
                  <a:pt x="115081" y="166688"/>
                  <a:pt x="110133" y="166688"/>
                </a:cubicBezTo>
                <a:cubicBezTo>
                  <a:pt x="105184" y="166688"/>
                  <a:pt x="101203" y="162706"/>
                  <a:pt x="101203" y="157758"/>
                </a:cubicBezTo>
                <a:cubicBezTo>
                  <a:pt x="101203" y="152809"/>
                  <a:pt x="105184" y="148828"/>
                  <a:pt x="110133" y="14882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333500" y="4248150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Project Cost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62657" y="4191000"/>
            <a:ext cx="18764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10,500 LKR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1000" y="5638800"/>
            <a:ext cx="6762750" cy="1181100"/>
          </a:xfrm>
          <a:custGeom>
            <a:avLst/>
            <a:gdLst/>
            <a:ahLst/>
            <a:cxnLst/>
            <a:rect l="l" t="t" r="r" b="b"/>
            <a:pathLst>
              <a:path w="6762750" h="1181100">
                <a:moveTo>
                  <a:pt x="152397" y="0"/>
                </a:moveTo>
                <a:lnTo>
                  <a:pt x="6610353" y="0"/>
                </a:lnTo>
                <a:cubicBezTo>
                  <a:pt x="6694519" y="0"/>
                  <a:pt x="6762750" y="68231"/>
                  <a:pt x="6762750" y="152397"/>
                </a:cubicBezTo>
                <a:lnTo>
                  <a:pt x="6762750" y="1028703"/>
                </a:lnTo>
                <a:cubicBezTo>
                  <a:pt x="6762750" y="1112869"/>
                  <a:pt x="6694519" y="1181100"/>
                  <a:pt x="6610353" y="1181100"/>
                </a:cubicBezTo>
                <a:lnTo>
                  <a:pt x="152397" y="1181100"/>
                </a:lnTo>
                <a:cubicBezTo>
                  <a:pt x="68231" y="1181100"/>
                  <a:pt x="0" y="1112869"/>
                  <a:pt x="0" y="102870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/>
              </a:gs>
              <a:gs pos="100000">
                <a:srgbClr val="059669"/>
              </a:gs>
            </a:gsLst>
            <a:lin ang="270000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72691" y="608647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60734" y="-17859"/>
                </a:moveTo>
                <a:cubicBezTo>
                  <a:pt x="190305" y="-17859"/>
                  <a:pt x="214313" y="6148"/>
                  <a:pt x="214313" y="35719"/>
                </a:cubicBezTo>
                <a:cubicBezTo>
                  <a:pt x="214313" y="65289"/>
                  <a:pt x="190305" y="89297"/>
                  <a:pt x="160734" y="89297"/>
                </a:cubicBezTo>
                <a:cubicBezTo>
                  <a:pt x="131164" y="89297"/>
                  <a:pt x="107156" y="65289"/>
                  <a:pt x="107156" y="35719"/>
                </a:cubicBezTo>
                <a:cubicBezTo>
                  <a:pt x="107156" y="6148"/>
                  <a:pt x="131164" y="-17859"/>
                  <a:pt x="160734" y="-17859"/>
                </a:cubicBezTo>
                <a:close/>
                <a:moveTo>
                  <a:pt x="26789" y="169664"/>
                </a:moveTo>
                <a:cubicBezTo>
                  <a:pt x="26789" y="130541"/>
                  <a:pt x="53020" y="96329"/>
                  <a:pt x="92143" y="77632"/>
                </a:cubicBezTo>
                <a:cubicBezTo>
                  <a:pt x="106263" y="100682"/>
                  <a:pt x="131713" y="116086"/>
                  <a:pt x="160734" y="116086"/>
                </a:cubicBezTo>
                <a:cubicBezTo>
                  <a:pt x="191821" y="116086"/>
                  <a:pt x="218833" y="98394"/>
                  <a:pt x="232172" y="72554"/>
                </a:cubicBezTo>
                <a:cubicBezTo>
                  <a:pt x="240990" y="66247"/>
                  <a:pt x="251761" y="62508"/>
                  <a:pt x="263426" y="62508"/>
                </a:cubicBezTo>
                <a:lnTo>
                  <a:pt x="274309" y="62508"/>
                </a:lnTo>
                <a:cubicBezTo>
                  <a:pt x="280113" y="62508"/>
                  <a:pt x="284355" y="67977"/>
                  <a:pt x="282959" y="73614"/>
                </a:cubicBezTo>
                <a:lnTo>
                  <a:pt x="273416" y="111733"/>
                </a:lnTo>
                <a:cubicBezTo>
                  <a:pt x="278941" y="118653"/>
                  <a:pt x="283573" y="126076"/>
                  <a:pt x="287034" y="133945"/>
                </a:cubicBezTo>
                <a:lnTo>
                  <a:pt x="299145" y="133945"/>
                </a:lnTo>
                <a:cubicBezTo>
                  <a:pt x="306567" y="133945"/>
                  <a:pt x="312539" y="139917"/>
                  <a:pt x="312539" y="147340"/>
                </a:cubicBezTo>
                <a:lnTo>
                  <a:pt x="312539" y="209848"/>
                </a:lnTo>
                <a:cubicBezTo>
                  <a:pt x="312539" y="217270"/>
                  <a:pt x="306567" y="223242"/>
                  <a:pt x="299145" y="223242"/>
                </a:cubicBezTo>
                <a:lnTo>
                  <a:pt x="276820" y="223242"/>
                </a:lnTo>
                <a:cubicBezTo>
                  <a:pt x="267612" y="235521"/>
                  <a:pt x="255333" y="245343"/>
                  <a:pt x="241102" y="251538"/>
                </a:cubicBezTo>
                <a:lnTo>
                  <a:pt x="241102" y="267891"/>
                </a:lnTo>
                <a:cubicBezTo>
                  <a:pt x="241102" y="277769"/>
                  <a:pt x="233121" y="285750"/>
                  <a:pt x="223242" y="285750"/>
                </a:cubicBezTo>
                <a:lnTo>
                  <a:pt x="204825" y="285750"/>
                </a:lnTo>
                <a:cubicBezTo>
                  <a:pt x="196844" y="285750"/>
                  <a:pt x="189867" y="280448"/>
                  <a:pt x="187635" y="272802"/>
                </a:cubicBezTo>
                <a:lnTo>
                  <a:pt x="183673" y="258961"/>
                </a:lnTo>
                <a:lnTo>
                  <a:pt x="137740" y="258961"/>
                </a:lnTo>
                <a:lnTo>
                  <a:pt x="133778" y="272802"/>
                </a:lnTo>
                <a:cubicBezTo>
                  <a:pt x="131601" y="280448"/>
                  <a:pt x="124625" y="285750"/>
                  <a:pt x="116644" y="285750"/>
                </a:cubicBezTo>
                <a:lnTo>
                  <a:pt x="98227" y="285750"/>
                </a:lnTo>
                <a:cubicBezTo>
                  <a:pt x="88348" y="285750"/>
                  <a:pt x="80367" y="277769"/>
                  <a:pt x="80367" y="267891"/>
                </a:cubicBezTo>
                <a:lnTo>
                  <a:pt x="80367" y="251538"/>
                </a:lnTo>
                <a:cubicBezTo>
                  <a:pt x="48834" y="237753"/>
                  <a:pt x="26789" y="206276"/>
                  <a:pt x="26789" y="169664"/>
                </a:cubicBezTo>
                <a:close/>
                <a:moveTo>
                  <a:pt x="236637" y="178594"/>
                </a:moveTo>
                <a:cubicBezTo>
                  <a:pt x="244029" y="178594"/>
                  <a:pt x="250031" y="172592"/>
                  <a:pt x="250031" y="165199"/>
                </a:cubicBezTo>
                <a:cubicBezTo>
                  <a:pt x="250031" y="157807"/>
                  <a:pt x="244029" y="151805"/>
                  <a:pt x="236637" y="151805"/>
                </a:cubicBezTo>
                <a:cubicBezTo>
                  <a:pt x="229244" y="151805"/>
                  <a:pt x="223242" y="157807"/>
                  <a:pt x="223242" y="165199"/>
                </a:cubicBezTo>
                <a:cubicBezTo>
                  <a:pt x="223242" y="172592"/>
                  <a:pt x="229244" y="178594"/>
                  <a:pt x="236637" y="178594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10722" y="5829300"/>
            <a:ext cx="6029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Open-Source Advantage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10722" y="6134100"/>
            <a:ext cx="6019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licensing fees for React.js, Node.js, and PostgreSQL significantly reduce total cost of ownership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376160" y="1485900"/>
            <a:ext cx="4438650" cy="3543300"/>
          </a:xfrm>
          <a:custGeom>
            <a:avLst/>
            <a:gdLst/>
            <a:ahLst/>
            <a:cxnLst/>
            <a:rect l="l" t="t" r="r" b="b"/>
            <a:pathLst>
              <a:path w="4438650" h="3543300">
                <a:moveTo>
                  <a:pt x="152397" y="0"/>
                </a:moveTo>
                <a:lnTo>
                  <a:pt x="4286253" y="0"/>
                </a:lnTo>
                <a:cubicBezTo>
                  <a:pt x="4370419" y="0"/>
                  <a:pt x="4438650" y="68231"/>
                  <a:pt x="4438650" y="152397"/>
                </a:cubicBezTo>
                <a:lnTo>
                  <a:pt x="4438650" y="3390903"/>
                </a:lnTo>
                <a:cubicBezTo>
                  <a:pt x="4438650" y="3475069"/>
                  <a:pt x="4370419" y="3543300"/>
                  <a:pt x="4286253" y="3543300"/>
                </a:cubicBezTo>
                <a:lnTo>
                  <a:pt x="152397" y="3543300"/>
                </a:lnTo>
                <a:cubicBezTo>
                  <a:pt x="68231" y="3543300"/>
                  <a:pt x="0" y="3475069"/>
                  <a:pt x="0" y="339090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616666" y="17526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90649" y="89297"/>
                </a:moveTo>
                <a:lnTo>
                  <a:pt x="125164" y="89297"/>
                </a:lnTo>
                <a:cubicBezTo>
                  <a:pt x="118579" y="89297"/>
                  <a:pt x="113258" y="83976"/>
                  <a:pt x="113258" y="77391"/>
                </a:cubicBezTo>
                <a:lnTo>
                  <a:pt x="113258" y="11906"/>
                </a:lnTo>
                <a:cubicBezTo>
                  <a:pt x="113258" y="5321"/>
                  <a:pt x="118616" y="-74"/>
                  <a:pt x="125127" y="781"/>
                </a:cubicBezTo>
                <a:cubicBezTo>
                  <a:pt x="164939" y="6065"/>
                  <a:pt x="196490" y="37616"/>
                  <a:pt x="201774" y="77428"/>
                </a:cubicBezTo>
                <a:cubicBezTo>
                  <a:pt x="202629" y="83939"/>
                  <a:pt x="197234" y="89297"/>
                  <a:pt x="190649" y="89297"/>
                </a:cubicBezTo>
                <a:close/>
                <a:moveTo>
                  <a:pt x="82823" y="13841"/>
                </a:moveTo>
                <a:cubicBezTo>
                  <a:pt x="89557" y="12427"/>
                  <a:pt x="95399" y="17934"/>
                  <a:pt x="95399" y="24817"/>
                </a:cubicBezTo>
                <a:lnTo>
                  <a:pt x="95399" y="98227"/>
                </a:lnTo>
                <a:cubicBezTo>
                  <a:pt x="95399" y="100310"/>
                  <a:pt x="96143" y="102319"/>
                  <a:pt x="97445" y="103919"/>
                </a:cubicBezTo>
                <a:lnTo>
                  <a:pt x="146596" y="163227"/>
                </a:lnTo>
                <a:cubicBezTo>
                  <a:pt x="150949" y="168473"/>
                  <a:pt x="150019" y="176399"/>
                  <a:pt x="144028" y="179636"/>
                </a:cubicBezTo>
                <a:cubicBezTo>
                  <a:pt x="131341" y="186556"/>
                  <a:pt x="116793" y="190500"/>
                  <a:pt x="101352" y="190500"/>
                </a:cubicBezTo>
                <a:cubicBezTo>
                  <a:pt x="52053" y="190500"/>
                  <a:pt x="12055" y="150502"/>
                  <a:pt x="12055" y="101203"/>
                </a:cubicBezTo>
                <a:cubicBezTo>
                  <a:pt x="12055" y="58229"/>
                  <a:pt x="42379" y="22361"/>
                  <a:pt x="82823" y="13841"/>
                </a:cubicBezTo>
                <a:close/>
                <a:moveTo>
                  <a:pt x="177775" y="107156"/>
                </a:moveTo>
                <a:lnTo>
                  <a:pt x="201588" y="107156"/>
                </a:lnTo>
                <a:cubicBezTo>
                  <a:pt x="208471" y="107156"/>
                  <a:pt x="213978" y="112998"/>
                  <a:pt x="212564" y="119732"/>
                </a:cubicBezTo>
                <a:cubicBezTo>
                  <a:pt x="208769" y="137740"/>
                  <a:pt x="199541" y="153739"/>
                  <a:pt x="186668" y="165943"/>
                </a:cubicBezTo>
                <a:cubicBezTo>
                  <a:pt x="182091" y="170297"/>
                  <a:pt x="174910" y="169366"/>
                  <a:pt x="170892" y="164492"/>
                </a:cubicBezTo>
                <a:lnTo>
                  <a:pt x="139489" y="126653"/>
                </a:lnTo>
                <a:cubicBezTo>
                  <a:pt x="133052" y="118876"/>
                  <a:pt x="138596" y="107156"/>
                  <a:pt x="148642" y="107156"/>
                </a:cubicBezTo>
                <a:lnTo>
                  <a:pt x="177738" y="107156"/>
                </a:ln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842885" y="1714500"/>
            <a:ext cx="3838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 Distribution</a:t>
            </a:r>
            <a:endParaRPr lang="en-US" sz="1600" dirty="0"/>
          </a:p>
        </p:txBody>
      </p:sp>
      <p:pic>
        <p:nvPicPr>
          <p:cNvPr id="36" name="Image 0" descr="https://kimi-img.moonshot.cn/pub/slides/26-02-22-21:00:56-d6dfs23eqfp0s4cv5dbg.png"/>
          <p:cNvPicPr>
            <a:picLocks noChangeAspect="1"/>
          </p:cNvPicPr>
          <p:nvPr/>
        </p:nvPicPr>
        <p:blipFill>
          <a:blip r:embed="rId3"/>
          <a:srcRect t="48" b="48"/>
          <a:stretch/>
        </p:blipFill>
        <p:spPr>
          <a:xfrm>
            <a:off x="7604760" y="2133600"/>
            <a:ext cx="3981450" cy="2667000"/>
          </a:xfrm>
          <a:prstGeom prst="roundRect">
            <a:avLst>
              <a:gd name="adj" fmla="val 0"/>
            </a:avLst>
          </a:prstGeom>
        </p:spPr>
      </p:pic>
      <p:sp>
        <p:nvSpPr>
          <p:cNvPr id="37" name="Shape 34"/>
          <p:cNvSpPr/>
          <p:nvPr/>
        </p:nvSpPr>
        <p:spPr>
          <a:xfrm>
            <a:off x="7376160" y="5219700"/>
            <a:ext cx="4438650" cy="1600200"/>
          </a:xfrm>
          <a:custGeom>
            <a:avLst/>
            <a:gdLst/>
            <a:ahLst/>
            <a:cxnLst/>
            <a:rect l="l" t="t" r="r" b="b"/>
            <a:pathLst>
              <a:path w="4438650" h="1600200">
                <a:moveTo>
                  <a:pt x="152403" y="0"/>
                </a:moveTo>
                <a:lnTo>
                  <a:pt x="4286247" y="0"/>
                </a:lnTo>
                <a:cubicBezTo>
                  <a:pt x="4370417" y="0"/>
                  <a:pt x="4438650" y="68233"/>
                  <a:pt x="4438650" y="152403"/>
                </a:cubicBezTo>
                <a:lnTo>
                  <a:pt x="4438650" y="1447797"/>
                </a:lnTo>
                <a:cubicBezTo>
                  <a:pt x="4438650" y="1531967"/>
                  <a:pt x="4370417" y="1600200"/>
                  <a:pt x="4286247" y="1600200"/>
                </a:cubicBezTo>
                <a:lnTo>
                  <a:pt x="152403" y="1600200"/>
                </a:lnTo>
                <a:cubicBezTo>
                  <a:pt x="68233" y="1600200"/>
                  <a:pt x="0" y="1531967"/>
                  <a:pt x="0" y="1447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gradFill flip="none" rotWithShape="1">
            <a:gsLst>
              <a:gs pos="0">
                <a:srgbClr val="1E293B"/>
              </a:gs>
              <a:gs pos="100000">
                <a:srgbClr val="334155"/>
              </a:gs>
            </a:gsLst>
            <a:lin ang="270000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7623810" y="54292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7966710" y="5410200"/>
            <a:ext cx="141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 Proposition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7585710" y="5829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7833360" y="5791200"/>
            <a:ext cx="2305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Affordable for small-medium labs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7585710" y="6134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7833360" y="6096000"/>
            <a:ext cx="1771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recurring license costs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7585710" y="6438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7833360" y="6400800"/>
            <a:ext cx="155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 infrastructure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8217" y="296472"/>
            <a:ext cx="421019" cy="421019"/>
          </a:xfrm>
          <a:custGeom>
            <a:avLst/>
            <a:gdLst/>
            <a:ahLst/>
            <a:cxnLst/>
            <a:rect l="l" t="t" r="r" b="b"/>
            <a:pathLst>
              <a:path w="421019" h="421019">
                <a:moveTo>
                  <a:pt x="105255" y="0"/>
                </a:moveTo>
                <a:lnTo>
                  <a:pt x="315764" y="0"/>
                </a:lnTo>
                <a:cubicBezTo>
                  <a:pt x="373895" y="0"/>
                  <a:pt x="421019" y="47124"/>
                  <a:pt x="421019" y="105255"/>
                </a:cubicBezTo>
                <a:lnTo>
                  <a:pt x="421019" y="315764"/>
                </a:lnTo>
                <a:cubicBezTo>
                  <a:pt x="421019" y="373895"/>
                  <a:pt x="373895" y="421019"/>
                  <a:pt x="315764" y="421019"/>
                </a:cubicBezTo>
                <a:lnTo>
                  <a:pt x="105255" y="421019"/>
                </a:lnTo>
                <a:cubicBezTo>
                  <a:pt x="47124" y="421019"/>
                  <a:pt x="0" y="373895"/>
                  <a:pt x="0" y="315764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gradFill flip="none" rotWithShape="1">
            <a:gsLst>
              <a:gs pos="0">
                <a:srgbClr val="2563EB"/>
              </a:gs>
              <a:gs pos="100000">
                <a:srgbClr val="7C3AED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71014" y="419269"/>
            <a:ext cx="175424" cy="175424"/>
          </a:xfrm>
          <a:custGeom>
            <a:avLst/>
            <a:gdLst/>
            <a:ahLst/>
            <a:cxnLst/>
            <a:rect l="l" t="t" r="r" b="b"/>
            <a:pathLst>
              <a:path w="175424" h="175424">
                <a:moveTo>
                  <a:pt x="87712" y="175424"/>
                </a:moveTo>
                <a:cubicBezTo>
                  <a:pt x="136122" y="175424"/>
                  <a:pt x="175424" y="136122"/>
                  <a:pt x="175424" y="87712"/>
                </a:cubicBezTo>
                <a:cubicBezTo>
                  <a:pt x="175424" y="39303"/>
                  <a:pt x="136122" y="0"/>
                  <a:pt x="87712" y="0"/>
                </a:cubicBezTo>
                <a:cubicBezTo>
                  <a:pt x="39303" y="0"/>
                  <a:pt x="0" y="39303"/>
                  <a:pt x="0" y="87712"/>
                </a:cubicBezTo>
                <a:cubicBezTo>
                  <a:pt x="0" y="136122"/>
                  <a:pt x="39303" y="175424"/>
                  <a:pt x="87712" y="175424"/>
                </a:cubicBezTo>
                <a:close/>
                <a:moveTo>
                  <a:pt x="116630" y="72877"/>
                </a:moveTo>
                <a:lnTo>
                  <a:pt x="89220" y="116733"/>
                </a:lnTo>
                <a:cubicBezTo>
                  <a:pt x="87781" y="119028"/>
                  <a:pt x="85314" y="120467"/>
                  <a:pt x="82607" y="120604"/>
                </a:cubicBezTo>
                <a:cubicBezTo>
                  <a:pt x="79900" y="120741"/>
                  <a:pt x="77296" y="119508"/>
                  <a:pt x="75686" y="117315"/>
                </a:cubicBezTo>
                <a:lnTo>
                  <a:pt x="59240" y="95387"/>
                </a:lnTo>
                <a:cubicBezTo>
                  <a:pt x="56499" y="91755"/>
                  <a:pt x="57253" y="86616"/>
                  <a:pt x="60885" y="83875"/>
                </a:cubicBezTo>
                <a:cubicBezTo>
                  <a:pt x="64516" y="81134"/>
                  <a:pt x="69656" y="81888"/>
                  <a:pt x="72397" y="85519"/>
                </a:cubicBezTo>
                <a:lnTo>
                  <a:pt x="81648" y="97854"/>
                </a:lnTo>
                <a:lnTo>
                  <a:pt x="102685" y="64174"/>
                </a:lnTo>
                <a:cubicBezTo>
                  <a:pt x="105083" y="60336"/>
                  <a:pt x="110154" y="59137"/>
                  <a:pt x="114026" y="61570"/>
                </a:cubicBezTo>
                <a:cubicBezTo>
                  <a:pt x="117898" y="64003"/>
                  <a:pt x="119063" y="69039"/>
                  <a:pt x="116630" y="7291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74490" y="243845"/>
            <a:ext cx="1692846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b="1" kern="0" spc="48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Summary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4490" y="419269"/>
            <a:ext cx="1789329" cy="350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86" b="1" dirty="0">
                <a:solidFill>
                  <a:srgbClr val="1E293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8217" y="1015713"/>
            <a:ext cx="5657439" cy="1894584"/>
          </a:xfrm>
          <a:custGeom>
            <a:avLst/>
            <a:gdLst/>
            <a:ahLst/>
            <a:cxnLst/>
            <a:rect l="l" t="t" r="r" b="b"/>
            <a:pathLst>
              <a:path w="5657439" h="1894584">
                <a:moveTo>
                  <a:pt x="140332" y="0"/>
                </a:moveTo>
                <a:lnTo>
                  <a:pt x="5517107" y="0"/>
                </a:lnTo>
                <a:cubicBezTo>
                  <a:pt x="5594610" y="0"/>
                  <a:pt x="5657439" y="62829"/>
                  <a:pt x="5657439" y="140332"/>
                </a:cubicBezTo>
                <a:lnTo>
                  <a:pt x="5657439" y="1754252"/>
                </a:lnTo>
                <a:cubicBezTo>
                  <a:pt x="5657439" y="1831755"/>
                  <a:pt x="5594610" y="1894584"/>
                  <a:pt x="5517107" y="1894584"/>
                </a:cubicBezTo>
                <a:lnTo>
                  <a:pt x="140332" y="1894584"/>
                </a:lnTo>
                <a:cubicBezTo>
                  <a:pt x="62829" y="1894584"/>
                  <a:pt x="0" y="1831755"/>
                  <a:pt x="0" y="1754252"/>
                </a:cubicBezTo>
                <a:lnTo>
                  <a:pt x="0" y="140332"/>
                </a:lnTo>
                <a:cubicBezTo>
                  <a:pt x="0" y="62881"/>
                  <a:pt x="62881" y="0"/>
                  <a:pt x="140332" y="0"/>
                </a:cubicBezTo>
                <a:close/>
              </a:path>
            </a:pathLst>
          </a:custGeom>
          <a:gradFill flip="none" rotWithShape="1"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  <a:effectLst>
            <a:outerShdw blurRad="219281" dist="17542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58726" y="1226222"/>
            <a:ext cx="561358" cy="561358"/>
          </a:xfrm>
          <a:custGeom>
            <a:avLst/>
            <a:gdLst/>
            <a:ahLst/>
            <a:cxnLst/>
            <a:rect l="l" t="t" r="r" b="b"/>
            <a:pathLst>
              <a:path w="561358" h="561358">
                <a:moveTo>
                  <a:pt x="105255" y="0"/>
                </a:moveTo>
                <a:lnTo>
                  <a:pt x="456104" y="0"/>
                </a:lnTo>
                <a:cubicBezTo>
                  <a:pt x="514234" y="0"/>
                  <a:pt x="561358" y="47124"/>
                  <a:pt x="561358" y="105255"/>
                </a:cubicBezTo>
                <a:lnTo>
                  <a:pt x="561358" y="456104"/>
                </a:lnTo>
                <a:cubicBezTo>
                  <a:pt x="561358" y="514234"/>
                  <a:pt x="514234" y="561358"/>
                  <a:pt x="456104" y="561358"/>
                </a:cubicBezTo>
                <a:lnTo>
                  <a:pt x="105255" y="561358"/>
                </a:lnTo>
                <a:cubicBezTo>
                  <a:pt x="47124" y="561358"/>
                  <a:pt x="0" y="514234"/>
                  <a:pt x="0" y="456104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10030" y="1375333"/>
            <a:ext cx="263137" cy="263137"/>
          </a:xfrm>
          <a:custGeom>
            <a:avLst/>
            <a:gdLst/>
            <a:ahLst/>
            <a:cxnLst/>
            <a:rect l="l" t="t" r="r" b="b"/>
            <a:pathLst>
              <a:path w="263137" h="263137">
                <a:moveTo>
                  <a:pt x="258306" y="77399"/>
                </a:moveTo>
                <a:lnTo>
                  <a:pt x="208968" y="126737"/>
                </a:lnTo>
                <a:cubicBezTo>
                  <a:pt x="204239" y="131466"/>
                  <a:pt x="197198" y="132853"/>
                  <a:pt x="191031" y="130283"/>
                </a:cubicBezTo>
                <a:cubicBezTo>
                  <a:pt x="184864" y="127714"/>
                  <a:pt x="180906" y="121752"/>
                  <a:pt x="180906" y="115122"/>
                </a:cubicBezTo>
                <a:lnTo>
                  <a:pt x="180906" y="82230"/>
                </a:lnTo>
                <a:lnTo>
                  <a:pt x="16446" y="82230"/>
                </a:lnTo>
                <a:cubicBezTo>
                  <a:pt x="7349" y="82230"/>
                  <a:pt x="0" y="74881"/>
                  <a:pt x="0" y="65784"/>
                </a:cubicBezTo>
                <a:cubicBezTo>
                  <a:pt x="0" y="56687"/>
                  <a:pt x="7349" y="49338"/>
                  <a:pt x="16446" y="49338"/>
                </a:cubicBezTo>
                <a:lnTo>
                  <a:pt x="180906" y="49338"/>
                </a:lnTo>
                <a:lnTo>
                  <a:pt x="180906" y="16446"/>
                </a:lnTo>
                <a:cubicBezTo>
                  <a:pt x="180906" y="9816"/>
                  <a:pt x="184915" y="3803"/>
                  <a:pt x="191082" y="1233"/>
                </a:cubicBezTo>
                <a:cubicBezTo>
                  <a:pt x="197250" y="-1336"/>
                  <a:pt x="204291" y="103"/>
                  <a:pt x="209019" y="4780"/>
                </a:cubicBezTo>
                <a:lnTo>
                  <a:pt x="258357" y="54118"/>
                </a:lnTo>
                <a:cubicBezTo>
                  <a:pt x="264781" y="60542"/>
                  <a:pt x="264781" y="70975"/>
                  <a:pt x="258357" y="77399"/>
                </a:cubicBezTo>
                <a:close/>
                <a:moveTo>
                  <a:pt x="54118" y="258306"/>
                </a:moveTo>
                <a:lnTo>
                  <a:pt x="4780" y="208968"/>
                </a:lnTo>
                <a:cubicBezTo>
                  <a:pt x="-1645" y="202543"/>
                  <a:pt x="-1645" y="192110"/>
                  <a:pt x="4780" y="185686"/>
                </a:cubicBezTo>
                <a:lnTo>
                  <a:pt x="54118" y="136348"/>
                </a:lnTo>
                <a:cubicBezTo>
                  <a:pt x="58846" y="131620"/>
                  <a:pt x="65887" y="130232"/>
                  <a:pt x="72054" y="132802"/>
                </a:cubicBezTo>
                <a:cubicBezTo>
                  <a:pt x="78221" y="135371"/>
                  <a:pt x="82230" y="141385"/>
                  <a:pt x="82230" y="148014"/>
                </a:cubicBezTo>
                <a:lnTo>
                  <a:pt x="82230" y="180906"/>
                </a:lnTo>
                <a:lnTo>
                  <a:pt x="246691" y="180906"/>
                </a:lnTo>
                <a:cubicBezTo>
                  <a:pt x="255787" y="180906"/>
                  <a:pt x="263137" y="188256"/>
                  <a:pt x="263137" y="197353"/>
                </a:cubicBezTo>
                <a:cubicBezTo>
                  <a:pt x="263137" y="206449"/>
                  <a:pt x="255787" y="213799"/>
                  <a:pt x="246691" y="213799"/>
                </a:cubicBezTo>
                <a:lnTo>
                  <a:pt x="82230" y="213799"/>
                </a:lnTo>
                <a:lnTo>
                  <a:pt x="82230" y="246691"/>
                </a:lnTo>
                <a:cubicBezTo>
                  <a:pt x="82230" y="253320"/>
                  <a:pt x="78221" y="259334"/>
                  <a:pt x="72054" y="261903"/>
                </a:cubicBezTo>
                <a:cubicBezTo>
                  <a:pt x="65887" y="264473"/>
                  <a:pt x="58846" y="263034"/>
                  <a:pt x="54118" y="25835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60424" y="1366561"/>
            <a:ext cx="2280518" cy="280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Transformation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8726" y="1927920"/>
            <a:ext cx="5315361" cy="771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proposed LIS will replace fragmented Excel and paper-based systems with a unified digital platform, eliminating manual inefficiencies and data silos.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81958" y="1015713"/>
            <a:ext cx="5657439" cy="1894584"/>
          </a:xfrm>
          <a:custGeom>
            <a:avLst/>
            <a:gdLst/>
            <a:ahLst/>
            <a:cxnLst/>
            <a:rect l="l" t="t" r="r" b="b"/>
            <a:pathLst>
              <a:path w="5657439" h="1894584">
                <a:moveTo>
                  <a:pt x="140332" y="0"/>
                </a:moveTo>
                <a:lnTo>
                  <a:pt x="5517107" y="0"/>
                </a:lnTo>
                <a:cubicBezTo>
                  <a:pt x="5594610" y="0"/>
                  <a:pt x="5657439" y="62829"/>
                  <a:pt x="5657439" y="140332"/>
                </a:cubicBezTo>
                <a:lnTo>
                  <a:pt x="5657439" y="1754252"/>
                </a:lnTo>
                <a:cubicBezTo>
                  <a:pt x="5657439" y="1831755"/>
                  <a:pt x="5594610" y="1894584"/>
                  <a:pt x="5517107" y="1894584"/>
                </a:cubicBezTo>
                <a:lnTo>
                  <a:pt x="140332" y="1894584"/>
                </a:lnTo>
                <a:cubicBezTo>
                  <a:pt x="62829" y="1894584"/>
                  <a:pt x="0" y="1831755"/>
                  <a:pt x="0" y="1754252"/>
                </a:cubicBezTo>
                <a:lnTo>
                  <a:pt x="0" y="140332"/>
                </a:lnTo>
                <a:cubicBezTo>
                  <a:pt x="0" y="62881"/>
                  <a:pt x="62881" y="0"/>
                  <a:pt x="140332" y="0"/>
                </a:cubicBezTo>
                <a:close/>
              </a:path>
            </a:pathLst>
          </a:custGeom>
          <a:gradFill flip="none" rotWithShape="1">
            <a:gsLst>
              <a:gs pos="0">
                <a:srgbClr val="7C3AED"/>
              </a:gs>
              <a:gs pos="100000">
                <a:srgbClr val="EC4899"/>
              </a:gs>
            </a:gsLst>
            <a:lin ang="2700000" scaled="1"/>
          </a:gradFill>
          <a:ln/>
          <a:effectLst>
            <a:outerShdw blurRad="219281" dist="17542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392467" y="1226222"/>
            <a:ext cx="561358" cy="561358"/>
          </a:xfrm>
          <a:custGeom>
            <a:avLst/>
            <a:gdLst/>
            <a:ahLst/>
            <a:cxnLst/>
            <a:rect l="l" t="t" r="r" b="b"/>
            <a:pathLst>
              <a:path w="561358" h="561358">
                <a:moveTo>
                  <a:pt x="105255" y="0"/>
                </a:moveTo>
                <a:lnTo>
                  <a:pt x="456104" y="0"/>
                </a:lnTo>
                <a:cubicBezTo>
                  <a:pt x="514234" y="0"/>
                  <a:pt x="561358" y="47124"/>
                  <a:pt x="561358" y="105255"/>
                </a:cubicBezTo>
                <a:lnTo>
                  <a:pt x="561358" y="456104"/>
                </a:lnTo>
                <a:cubicBezTo>
                  <a:pt x="561358" y="514234"/>
                  <a:pt x="514234" y="561358"/>
                  <a:pt x="456104" y="561358"/>
                </a:cubicBezTo>
                <a:lnTo>
                  <a:pt x="105255" y="561358"/>
                </a:lnTo>
                <a:cubicBezTo>
                  <a:pt x="47124" y="561358"/>
                  <a:pt x="0" y="514234"/>
                  <a:pt x="0" y="456104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510879" y="1375333"/>
            <a:ext cx="328921" cy="263137"/>
          </a:xfrm>
          <a:custGeom>
            <a:avLst/>
            <a:gdLst/>
            <a:ahLst/>
            <a:cxnLst/>
            <a:rect l="l" t="t" r="r" b="b"/>
            <a:pathLst>
              <a:path w="328921" h="263137">
                <a:moveTo>
                  <a:pt x="213747" y="108184"/>
                </a:moveTo>
                <a:cubicBezTo>
                  <a:pt x="220017" y="106488"/>
                  <a:pt x="226596" y="109469"/>
                  <a:pt x="229422" y="115276"/>
                </a:cubicBezTo>
                <a:lnTo>
                  <a:pt x="238982" y="134601"/>
                </a:lnTo>
                <a:cubicBezTo>
                  <a:pt x="244275" y="135320"/>
                  <a:pt x="249466" y="136759"/>
                  <a:pt x="254348" y="138763"/>
                </a:cubicBezTo>
                <a:lnTo>
                  <a:pt x="272336" y="126789"/>
                </a:lnTo>
                <a:cubicBezTo>
                  <a:pt x="277733" y="123191"/>
                  <a:pt x="284876" y="123911"/>
                  <a:pt x="289450" y="128485"/>
                </a:cubicBezTo>
                <a:lnTo>
                  <a:pt x="299318" y="138352"/>
                </a:lnTo>
                <a:cubicBezTo>
                  <a:pt x="303892" y="142926"/>
                  <a:pt x="304612" y="150122"/>
                  <a:pt x="301014" y="155467"/>
                </a:cubicBezTo>
                <a:lnTo>
                  <a:pt x="289039" y="173403"/>
                </a:lnTo>
                <a:cubicBezTo>
                  <a:pt x="290016" y="175818"/>
                  <a:pt x="290889" y="178337"/>
                  <a:pt x="291609" y="180958"/>
                </a:cubicBezTo>
                <a:cubicBezTo>
                  <a:pt x="292328" y="183579"/>
                  <a:pt x="292791" y="186149"/>
                  <a:pt x="293151" y="188770"/>
                </a:cubicBezTo>
                <a:lnTo>
                  <a:pt x="312526" y="198329"/>
                </a:lnTo>
                <a:cubicBezTo>
                  <a:pt x="318334" y="201207"/>
                  <a:pt x="321315" y="207785"/>
                  <a:pt x="319619" y="214004"/>
                </a:cubicBezTo>
                <a:lnTo>
                  <a:pt x="316021" y="227469"/>
                </a:lnTo>
                <a:cubicBezTo>
                  <a:pt x="314325" y="233688"/>
                  <a:pt x="308517" y="237902"/>
                  <a:pt x="302042" y="237491"/>
                </a:cubicBezTo>
                <a:lnTo>
                  <a:pt x="280456" y="236104"/>
                </a:lnTo>
                <a:cubicBezTo>
                  <a:pt x="277219" y="240266"/>
                  <a:pt x="273467" y="244121"/>
                  <a:pt x="269201" y="247410"/>
                </a:cubicBezTo>
                <a:lnTo>
                  <a:pt x="270589" y="268944"/>
                </a:lnTo>
                <a:cubicBezTo>
                  <a:pt x="271000" y="275420"/>
                  <a:pt x="266786" y="281279"/>
                  <a:pt x="260567" y="282923"/>
                </a:cubicBezTo>
                <a:lnTo>
                  <a:pt x="247102" y="286521"/>
                </a:lnTo>
                <a:cubicBezTo>
                  <a:pt x="240832" y="288217"/>
                  <a:pt x="234305" y="285236"/>
                  <a:pt x="231427" y="279429"/>
                </a:cubicBezTo>
                <a:lnTo>
                  <a:pt x="221867" y="260104"/>
                </a:lnTo>
                <a:cubicBezTo>
                  <a:pt x="216574" y="259385"/>
                  <a:pt x="211383" y="257946"/>
                  <a:pt x="206501" y="255942"/>
                </a:cubicBezTo>
                <a:lnTo>
                  <a:pt x="188513" y="267916"/>
                </a:lnTo>
                <a:cubicBezTo>
                  <a:pt x="183116" y="271514"/>
                  <a:pt x="175973" y="270794"/>
                  <a:pt x="171399" y="266220"/>
                </a:cubicBezTo>
                <a:lnTo>
                  <a:pt x="161531" y="256353"/>
                </a:lnTo>
                <a:cubicBezTo>
                  <a:pt x="156957" y="251779"/>
                  <a:pt x="156237" y="244635"/>
                  <a:pt x="159835" y="239239"/>
                </a:cubicBezTo>
                <a:lnTo>
                  <a:pt x="171810" y="221251"/>
                </a:lnTo>
                <a:cubicBezTo>
                  <a:pt x="170833" y="218835"/>
                  <a:pt x="169960" y="216317"/>
                  <a:pt x="169240" y="213696"/>
                </a:cubicBezTo>
                <a:cubicBezTo>
                  <a:pt x="168521" y="211075"/>
                  <a:pt x="168058" y="208454"/>
                  <a:pt x="167698" y="205884"/>
                </a:cubicBezTo>
                <a:lnTo>
                  <a:pt x="148323" y="196325"/>
                </a:lnTo>
                <a:cubicBezTo>
                  <a:pt x="142515" y="193447"/>
                  <a:pt x="139586" y="186868"/>
                  <a:pt x="141230" y="180650"/>
                </a:cubicBezTo>
                <a:lnTo>
                  <a:pt x="144828" y="167184"/>
                </a:lnTo>
                <a:cubicBezTo>
                  <a:pt x="146524" y="160966"/>
                  <a:pt x="152331" y="156751"/>
                  <a:pt x="158807" y="157163"/>
                </a:cubicBezTo>
                <a:lnTo>
                  <a:pt x="180341" y="158550"/>
                </a:lnTo>
                <a:cubicBezTo>
                  <a:pt x="183579" y="154387"/>
                  <a:pt x="187331" y="150533"/>
                  <a:pt x="191596" y="147243"/>
                </a:cubicBezTo>
                <a:lnTo>
                  <a:pt x="190209" y="125761"/>
                </a:lnTo>
                <a:cubicBezTo>
                  <a:pt x="189798" y="119285"/>
                  <a:pt x="194012" y="113426"/>
                  <a:pt x="200231" y="111782"/>
                </a:cubicBezTo>
                <a:lnTo>
                  <a:pt x="213696" y="108184"/>
                </a:lnTo>
                <a:close/>
                <a:moveTo>
                  <a:pt x="230450" y="174739"/>
                </a:moveTo>
                <a:cubicBezTo>
                  <a:pt x="217970" y="174753"/>
                  <a:pt x="207848" y="184898"/>
                  <a:pt x="207863" y="197378"/>
                </a:cubicBezTo>
                <a:cubicBezTo>
                  <a:pt x="207877" y="209859"/>
                  <a:pt x="218021" y="219980"/>
                  <a:pt x="230502" y="219966"/>
                </a:cubicBezTo>
                <a:cubicBezTo>
                  <a:pt x="242982" y="219952"/>
                  <a:pt x="253103" y="209807"/>
                  <a:pt x="253089" y="197327"/>
                </a:cubicBezTo>
                <a:cubicBezTo>
                  <a:pt x="253075" y="184846"/>
                  <a:pt x="242931" y="174725"/>
                  <a:pt x="230450" y="174739"/>
                </a:cubicBezTo>
                <a:close/>
                <a:moveTo>
                  <a:pt x="115585" y="-23384"/>
                </a:moveTo>
                <a:lnTo>
                  <a:pt x="129050" y="-19787"/>
                </a:lnTo>
                <a:cubicBezTo>
                  <a:pt x="135269" y="-18091"/>
                  <a:pt x="139483" y="-12232"/>
                  <a:pt x="139072" y="-5808"/>
                </a:cubicBezTo>
                <a:lnTo>
                  <a:pt x="137684" y="15675"/>
                </a:lnTo>
                <a:cubicBezTo>
                  <a:pt x="141950" y="18964"/>
                  <a:pt x="145702" y="22767"/>
                  <a:pt x="148939" y="26982"/>
                </a:cubicBezTo>
                <a:lnTo>
                  <a:pt x="170525" y="25594"/>
                </a:lnTo>
                <a:cubicBezTo>
                  <a:pt x="176949" y="25183"/>
                  <a:pt x="182808" y="29397"/>
                  <a:pt x="184504" y="35616"/>
                </a:cubicBezTo>
                <a:lnTo>
                  <a:pt x="188102" y="49081"/>
                </a:lnTo>
                <a:cubicBezTo>
                  <a:pt x="189746" y="55300"/>
                  <a:pt x="186817" y="61878"/>
                  <a:pt x="181009" y="64756"/>
                </a:cubicBezTo>
                <a:lnTo>
                  <a:pt x="161634" y="74316"/>
                </a:lnTo>
                <a:cubicBezTo>
                  <a:pt x="161274" y="76937"/>
                  <a:pt x="160760" y="79558"/>
                  <a:pt x="160092" y="82127"/>
                </a:cubicBezTo>
                <a:cubicBezTo>
                  <a:pt x="159424" y="84697"/>
                  <a:pt x="158499" y="87267"/>
                  <a:pt x="157522" y="89682"/>
                </a:cubicBezTo>
                <a:lnTo>
                  <a:pt x="169497" y="107670"/>
                </a:lnTo>
                <a:cubicBezTo>
                  <a:pt x="173095" y="113067"/>
                  <a:pt x="172375" y="120210"/>
                  <a:pt x="167801" y="124784"/>
                </a:cubicBezTo>
                <a:lnTo>
                  <a:pt x="157933" y="134652"/>
                </a:lnTo>
                <a:cubicBezTo>
                  <a:pt x="153359" y="139226"/>
                  <a:pt x="146216" y="139946"/>
                  <a:pt x="140819" y="136348"/>
                </a:cubicBezTo>
                <a:lnTo>
                  <a:pt x="122831" y="124373"/>
                </a:lnTo>
                <a:cubicBezTo>
                  <a:pt x="117949" y="126378"/>
                  <a:pt x="112758" y="127817"/>
                  <a:pt x="107465" y="128536"/>
                </a:cubicBezTo>
                <a:lnTo>
                  <a:pt x="97905" y="147860"/>
                </a:lnTo>
                <a:cubicBezTo>
                  <a:pt x="95027" y="153668"/>
                  <a:pt x="88449" y="156597"/>
                  <a:pt x="82230" y="154953"/>
                </a:cubicBezTo>
                <a:lnTo>
                  <a:pt x="68765" y="151355"/>
                </a:lnTo>
                <a:cubicBezTo>
                  <a:pt x="62495" y="149659"/>
                  <a:pt x="58332" y="143800"/>
                  <a:pt x="58743" y="137376"/>
                </a:cubicBezTo>
                <a:lnTo>
                  <a:pt x="60131" y="115842"/>
                </a:lnTo>
                <a:cubicBezTo>
                  <a:pt x="55865" y="112553"/>
                  <a:pt x="52113" y="108749"/>
                  <a:pt x="48876" y="104535"/>
                </a:cubicBezTo>
                <a:lnTo>
                  <a:pt x="27290" y="105923"/>
                </a:lnTo>
                <a:cubicBezTo>
                  <a:pt x="20866" y="106334"/>
                  <a:pt x="15007" y="102120"/>
                  <a:pt x="13311" y="95901"/>
                </a:cubicBezTo>
                <a:lnTo>
                  <a:pt x="9713" y="82436"/>
                </a:lnTo>
                <a:cubicBezTo>
                  <a:pt x="8069" y="76217"/>
                  <a:pt x="10998" y="69639"/>
                  <a:pt x="16806" y="66761"/>
                </a:cubicBezTo>
                <a:lnTo>
                  <a:pt x="36181" y="57201"/>
                </a:lnTo>
                <a:cubicBezTo>
                  <a:pt x="36541" y="54580"/>
                  <a:pt x="37055" y="52011"/>
                  <a:pt x="37723" y="49390"/>
                </a:cubicBezTo>
                <a:cubicBezTo>
                  <a:pt x="38443" y="46768"/>
                  <a:pt x="39265" y="44250"/>
                  <a:pt x="40293" y="41835"/>
                </a:cubicBezTo>
                <a:lnTo>
                  <a:pt x="28318" y="23898"/>
                </a:lnTo>
                <a:cubicBezTo>
                  <a:pt x="24720" y="18502"/>
                  <a:pt x="25440" y="11358"/>
                  <a:pt x="30014" y="6784"/>
                </a:cubicBezTo>
                <a:lnTo>
                  <a:pt x="39882" y="-3084"/>
                </a:lnTo>
                <a:cubicBezTo>
                  <a:pt x="44456" y="-7658"/>
                  <a:pt x="51599" y="-8377"/>
                  <a:pt x="56996" y="-4780"/>
                </a:cubicBezTo>
                <a:lnTo>
                  <a:pt x="74984" y="7195"/>
                </a:lnTo>
                <a:cubicBezTo>
                  <a:pt x="79866" y="5191"/>
                  <a:pt x="85057" y="3752"/>
                  <a:pt x="90350" y="3032"/>
                </a:cubicBezTo>
                <a:lnTo>
                  <a:pt x="99910" y="-16292"/>
                </a:lnTo>
                <a:cubicBezTo>
                  <a:pt x="102788" y="-22099"/>
                  <a:pt x="109315" y="-25029"/>
                  <a:pt x="115585" y="-23384"/>
                </a:cubicBezTo>
                <a:close/>
                <a:moveTo>
                  <a:pt x="98882" y="43171"/>
                </a:moveTo>
                <a:cubicBezTo>
                  <a:pt x="86401" y="43171"/>
                  <a:pt x="76269" y="53304"/>
                  <a:pt x="76269" y="65784"/>
                </a:cubicBezTo>
                <a:cubicBezTo>
                  <a:pt x="76269" y="78265"/>
                  <a:pt x="86401" y="88397"/>
                  <a:pt x="98882" y="88397"/>
                </a:cubicBezTo>
                <a:cubicBezTo>
                  <a:pt x="111362" y="88397"/>
                  <a:pt x="121495" y="78265"/>
                  <a:pt x="121495" y="65784"/>
                </a:cubicBezTo>
                <a:cubicBezTo>
                  <a:pt x="121495" y="53304"/>
                  <a:pt x="111362" y="43171"/>
                  <a:pt x="98882" y="4317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094165" y="1366561"/>
            <a:ext cx="1999839" cy="280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Automation Benefits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92467" y="1927920"/>
            <a:ext cx="5315361" cy="771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Centralized data management and automated workflows will dramatically reduce report generation time from 15-20 minutes to under 5 seconds per patient.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59" y="3083528"/>
            <a:ext cx="3692685" cy="2210348"/>
          </a:xfrm>
          <a:custGeom>
            <a:avLst/>
            <a:gdLst/>
            <a:ahLst/>
            <a:cxnLst/>
            <a:rect l="l" t="t" r="r" b="b"/>
            <a:pathLst>
              <a:path w="3692685" h="2210348">
                <a:moveTo>
                  <a:pt x="35085" y="0"/>
                </a:moveTo>
                <a:lnTo>
                  <a:pt x="3552350" y="0"/>
                </a:lnTo>
                <a:cubicBezTo>
                  <a:pt x="3629855" y="0"/>
                  <a:pt x="3692685" y="62830"/>
                  <a:pt x="3692685" y="140335"/>
                </a:cubicBezTo>
                <a:lnTo>
                  <a:pt x="3692685" y="2070013"/>
                </a:lnTo>
                <a:cubicBezTo>
                  <a:pt x="3692685" y="2147518"/>
                  <a:pt x="3629855" y="2210348"/>
                  <a:pt x="3552350" y="2210348"/>
                </a:cubicBezTo>
                <a:lnTo>
                  <a:pt x="35085" y="2210348"/>
                </a:lnTo>
                <a:cubicBezTo>
                  <a:pt x="15708" y="2210348"/>
                  <a:pt x="0" y="2194640"/>
                  <a:pt x="0" y="2175263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568" dist="8771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59" y="3083528"/>
            <a:ext cx="35085" cy="2210348"/>
          </a:xfrm>
          <a:custGeom>
            <a:avLst/>
            <a:gdLst/>
            <a:ahLst/>
            <a:cxnLst/>
            <a:rect l="l" t="t" r="r" b="b"/>
            <a:pathLst>
              <a:path w="35085" h="2210348">
                <a:moveTo>
                  <a:pt x="35085" y="0"/>
                </a:moveTo>
                <a:lnTo>
                  <a:pt x="35085" y="0"/>
                </a:lnTo>
                <a:lnTo>
                  <a:pt x="35085" y="2210348"/>
                </a:lnTo>
                <a:lnTo>
                  <a:pt x="35085" y="2210348"/>
                </a:lnTo>
                <a:cubicBezTo>
                  <a:pt x="15708" y="2210348"/>
                  <a:pt x="0" y="2194640"/>
                  <a:pt x="0" y="2175263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58726" y="3258953"/>
            <a:ext cx="491188" cy="491188"/>
          </a:xfrm>
          <a:custGeom>
            <a:avLst/>
            <a:gdLst/>
            <a:ahLst/>
            <a:cxnLst/>
            <a:rect l="l" t="t" r="r" b="b"/>
            <a:pathLst>
              <a:path w="491188" h="491188">
                <a:moveTo>
                  <a:pt x="105257" y="0"/>
                </a:moveTo>
                <a:lnTo>
                  <a:pt x="385932" y="0"/>
                </a:lnTo>
                <a:cubicBezTo>
                  <a:pt x="444063" y="0"/>
                  <a:pt x="491188" y="47125"/>
                  <a:pt x="491188" y="105257"/>
                </a:cubicBezTo>
                <a:lnTo>
                  <a:pt x="491188" y="385932"/>
                </a:lnTo>
                <a:cubicBezTo>
                  <a:pt x="491188" y="444063"/>
                  <a:pt x="444063" y="491188"/>
                  <a:pt x="385932" y="491188"/>
                </a:cubicBezTo>
                <a:lnTo>
                  <a:pt x="105257" y="491188"/>
                </a:lnTo>
                <a:cubicBezTo>
                  <a:pt x="47125" y="491188"/>
                  <a:pt x="0" y="444063"/>
                  <a:pt x="0" y="385932"/>
                </a:cubicBezTo>
                <a:lnTo>
                  <a:pt x="0" y="105257"/>
                </a:lnTo>
                <a:cubicBezTo>
                  <a:pt x="0" y="47164"/>
                  <a:pt x="47164" y="0"/>
                  <a:pt x="105257" y="0"/>
                </a:cubicBezTo>
                <a:close/>
              </a:path>
            </a:pathLst>
          </a:custGeom>
          <a:solidFill>
            <a:srgbClr val="2563EB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8536" y="3399292"/>
            <a:ext cx="131568" cy="210509"/>
          </a:xfrm>
          <a:custGeom>
            <a:avLst/>
            <a:gdLst/>
            <a:ahLst/>
            <a:cxnLst/>
            <a:rect l="l" t="t" r="r" b="b"/>
            <a:pathLst>
              <a:path w="131568" h="210509">
                <a:moveTo>
                  <a:pt x="55917" y="9868"/>
                </a:moveTo>
                <a:cubicBezTo>
                  <a:pt x="55917" y="4399"/>
                  <a:pt x="60316" y="0"/>
                  <a:pt x="65784" y="0"/>
                </a:cubicBezTo>
                <a:cubicBezTo>
                  <a:pt x="71252" y="0"/>
                  <a:pt x="75652" y="4399"/>
                  <a:pt x="75652" y="9868"/>
                </a:cubicBezTo>
                <a:lnTo>
                  <a:pt x="75652" y="26314"/>
                </a:lnTo>
                <a:lnTo>
                  <a:pt x="98676" y="26314"/>
                </a:lnTo>
                <a:cubicBezTo>
                  <a:pt x="105954" y="26314"/>
                  <a:pt x="111833" y="32193"/>
                  <a:pt x="111833" y="39471"/>
                </a:cubicBezTo>
                <a:cubicBezTo>
                  <a:pt x="111833" y="46748"/>
                  <a:pt x="105954" y="52627"/>
                  <a:pt x="98676" y="52627"/>
                </a:cubicBezTo>
                <a:lnTo>
                  <a:pt x="51435" y="52627"/>
                </a:lnTo>
                <a:cubicBezTo>
                  <a:pt x="41197" y="52627"/>
                  <a:pt x="32892" y="60933"/>
                  <a:pt x="32892" y="71170"/>
                </a:cubicBezTo>
                <a:cubicBezTo>
                  <a:pt x="32892" y="80421"/>
                  <a:pt x="39676" y="88233"/>
                  <a:pt x="48804" y="89549"/>
                </a:cubicBezTo>
                <a:lnTo>
                  <a:pt x="86465" y="94935"/>
                </a:lnTo>
                <a:cubicBezTo>
                  <a:pt x="108585" y="98101"/>
                  <a:pt x="124990" y="117014"/>
                  <a:pt x="124990" y="139339"/>
                </a:cubicBezTo>
                <a:cubicBezTo>
                  <a:pt x="124990" y="164132"/>
                  <a:pt x="104885" y="184196"/>
                  <a:pt x="80133" y="184196"/>
                </a:cubicBezTo>
                <a:lnTo>
                  <a:pt x="75652" y="184196"/>
                </a:lnTo>
                <a:lnTo>
                  <a:pt x="75652" y="200642"/>
                </a:lnTo>
                <a:cubicBezTo>
                  <a:pt x="75652" y="206110"/>
                  <a:pt x="71252" y="210509"/>
                  <a:pt x="65784" y="210509"/>
                </a:cubicBezTo>
                <a:cubicBezTo>
                  <a:pt x="60316" y="210509"/>
                  <a:pt x="55917" y="206110"/>
                  <a:pt x="55917" y="200642"/>
                </a:cubicBezTo>
                <a:lnTo>
                  <a:pt x="55917" y="184196"/>
                </a:lnTo>
                <a:lnTo>
                  <a:pt x="26314" y="184196"/>
                </a:lnTo>
                <a:cubicBezTo>
                  <a:pt x="19036" y="184196"/>
                  <a:pt x="13157" y="178316"/>
                  <a:pt x="13157" y="171039"/>
                </a:cubicBezTo>
                <a:cubicBezTo>
                  <a:pt x="13157" y="163761"/>
                  <a:pt x="19036" y="157882"/>
                  <a:pt x="26314" y="157882"/>
                </a:cubicBezTo>
                <a:lnTo>
                  <a:pt x="80133" y="157882"/>
                </a:lnTo>
                <a:cubicBezTo>
                  <a:pt x="90371" y="157882"/>
                  <a:pt x="98676" y="149577"/>
                  <a:pt x="98676" y="139339"/>
                </a:cubicBezTo>
                <a:cubicBezTo>
                  <a:pt x="98676" y="130088"/>
                  <a:pt x="91892" y="122276"/>
                  <a:pt x="82765" y="120961"/>
                </a:cubicBezTo>
                <a:lnTo>
                  <a:pt x="45103" y="115575"/>
                </a:lnTo>
                <a:cubicBezTo>
                  <a:pt x="22983" y="112450"/>
                  <a:pt x="6578" y="93496"/>
                  <a:pt x="6578" y="71170"/>
                </a:cubicBezTo>
                <a:cubicBezTo>
                  <a:pt x="6578" y="46419"/>
                  <a:pt x="26684" y="26314"/>
                  <a:pt x="51435" y="26314"/>
                </a:cubicBezTo>
                <a:lnTo>
                  <a:pt x="55917" y="26314"/>
                </a:lnTo>
                <a:lnTo>
                  <a:pt x="55917" y="9868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55169" y="3381750"/>
            <a:ext cx="1096403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Cost-Effective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8726" y="3890481"/>
            <a:ext cx="3394463" cy="45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5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Open-source technology stack delivers enterprise functionality at minimal cost.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58726" y="4451839"/>
            <a:ext cx="3324294" cy="666613"/>
          </a:xfrm>
          <a:custGeom>
            <a:avLst/>
            <a:gdLst/>
            <a:ahLst/>
            <a:cxnLst/>
            <a:rect l="l" t="t" r="r" b="b"/>
            <a:pathLst>
              <a:path w="3324294" h="666613">
                <a:moveTo>
                  <a:pt x="105252" y="0"/>
                </a:moveTo>
                <a:lnTo>
                  <a:pt x="3219042" y="0"/>
                </a:lnTo>
                <a:cubicBezTo>
                  <a:pt x="3277171" y="0"/>
                  <a:pt x="3324294" y="47123"/>
                  <a:pt x="3324294" y="105252"/>
                </a:cubicBezTo>
                <a:lnTo>
                  <a:pt x="3324294" y="561361"/>
                </a:lnTo>
                <a:cubicBezTo>
                  <a:pt x="3324294" y="619490"/>
                  <a:pt x="3277171" y="666613"/>
                  <a:pt x="3219042" y="666613"/>
                </a:cubicBezTo>
                <a:lnTo>
                  <a:pt x="105252" y="666613"/>
                </a:lnTo>
                <a:cubicBezTo>
                  <a:pt x="47123" y="666613"/>
                  <a:pt x="0" y="619490"/>
                  <a:pt x="0" y="561361"/>
                </a:cubicBezTo>
                <a:lnTo>
                  <a:pt x="0" y="105252"/>
                </a:lnTo>
                <a:cubicBezTo>
                  <a:pt x="0" y="47123"/>
                  <a:pt x="47123" y="0"/>
                  <a:pt x="105252" y="0"/>
                </a:cubicBezTo>
                <a:close/>
              </a:path>
            </a:pathLst>
          </a:custGeom>
          <a:solidFill>
            <a:srgbClr val="2563EB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3981" y="4557094"/>
            <a:ext cx="3219039" cy="280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8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&lt;35,000 LKR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3981" y="4837662"/>
            <a:ext cx="3175183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dirty="0">
                <a:solidFill>
                  <a:srgbClr val="1E293B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investment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54920" y="3083528"/>
            <a:ext cx="3692685" cy="2210348"/>
          </a:xfrm>
          <a:custGeom>
            <a:avLst/>
            <a:gdLst/>
            <a:ahLst/>
            <a:cxnLst/>
            <a:rect l="l" t="t" r="r" b="b"/>
            <a:pathLst>
              <a:path w="3692685" h="2210348">
                <a:moveTo>
                  <a:pt x="35085" y="0"/>
                </a:moveTo>
                <a:lnTo>
                  <a:pt x="3552350" y="0"/>
                </a:lnTo>
                <a:cubicBezTo>
                  <a:pt x="3629855" y="0"/>
                  <a:pt x="3692685" y="62830"/>
                  <a:pt x="3692685" y="140335"/>
                </a:cubicBezTo>
                <a:lnTo>
                  <a:pt x="3692685" y="2070013"/>
                </a:lnTo>
                <a:cubicBezTo>
                  <a:pt x="3692685" y="2147518"/>
                  <a:pt x="3629855" y="2210348"/>
                  <a:pt x="3552350" y="2210348"/>
                </a:cubicBezTo>
                <a:lnTo>
                  <a:pt x="35085" y="2210348"/>
                </a:lnTo>
                <a:cubicBezTo>
                  <a:pt x="15708" y="2210348"/>
                  <a:pt x="0" y="2194640"/>
                  <a:pt x="0" y="2175263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568" dist="8771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254920" y="3083528"/>
            <a:ext cx="35085" cy="2210348"/>
          </a:xfrm>
          <a:custGeom>
            <a:avLst/>
            <a:gdLst/>
            <a:ahLst/>
            <a:cxnLst/>
            <a:rect l="l" t="t" r="r" b="b"/>
            <a:pathLst>
              <a:path w="35085" h="2210348">
                <a:moveTo>
                  <a:pt x="35085" y="0"/>
                </a:moveTo>
                <a:lnTo>
                  <a:pt x="35085" y="0"/>
                </a:lnTo>
                <a:lnTo>
                  <a:pt x="35085" y="2210348"/>
                </a:lnTo>
                <a:lnTo>
                  <a:pt x="35085" y="2210348"/>
                </a:lnTo>
                <a:cubicBezTo>
                  <a:pt x="15708" y="2210348"/>
                  <a:pt x="0" y="2194640"/>
                  <a:pt x="0" y="2175263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447887" y="3258953"/>
            <a:ext cx="491188" cy="491188"/>
          </a:xfrm>
          <a:custGeom>
            <a:avLst/>
            <a:gdLst/>
            <a:ahLst/>
            <a:cxnLst/>
            <a:rect l="l" t="t" r="r" b="b"/>
            <a:pathLst>
              <a:path w="491188" h="491188">
                <a:moveTo>
                  <a:pt x="105257" y="0"/>
                </a:moveTo>
                <a:lnTo>
                  <a:pt x="385932" y="0"/>
                </a:lnTo>
                <a:cubicBezTo>
                  <a:pt x="444063" y="0"/>
                  <a:pt x="491188" y="47125"/>
                  <a:pt x="491188" y="105257"/>
                </a:cubicBezTo>
                <a:lnTo>
                  <a:pt x="491188" y="385932"/>
                </a:lnTo>
                <a:cubicBezTo>
                  <a:pt x="491188" y="444063"/>
                  <a:pt x="444063" y="491188"/>
                  <a:pt x="385932" y="491188"/>
                </a:cubicBezTo>
                <a:lnTo>
                  <a:pt x="105257" y="491188"/>
                </a:lnTo>
                <a:cubicBezTo>
                  <a:pt x="47125" y="491188"/>
                  <a:pt x="0" y="444063"/>
                  <a:pt x="0" y="385932"/>
                </a:cubicBezTo>
                <a:lnTo>
                  <a:pt x="0" y="105257"/>
                </a:lnTo>
                <a:cubicBezTo>
                  <a:pt x="0" y="47164"/>
                  <a:pt x="47164" y="0"/>
                  <a:pt x="105257" y="0"/>
                </a:cubicBezTo>
                <a:close/>
              </a:path>
            </a:pathLst>
          </a:custGeom>
          <a:solidFill>
            <a:srgbClr val="7C3AED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88226" y="3399292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26314" y="26314"/>
                </a:moveTo>
                <a:cubicBezTo>
                  <a:pt x="26314" y="19036"/>
                  <a:pt x="20434" y="13157"/>
                  <a:pt x="13157" y="13157"/>
                </a:cubicBezTo>
                <a:cubicBezTo>
                  <a:pt x="5879" y="13157"/>
                  <a:pt x="0" y="19036"/>
                  <a:pt x="0" y="26314"/>
                </a:cubicBezTo>
                <a:lnTo>
                  <a:pt x="0" y="164460"/>
                </a:lnTo>
                <a:cubicBezTo>
                  <a:pt x="0" y="182633"/>
                  <a:pt x="14719" y="197353"/>
                  <a:pt x="32892" y="197353"/>
                </a:cubicBezTo>
                <a:lnTo>
                  <a:pt x="197353" y="197353"/>
                </a:lnTo>
                <a:cubicBezTo>
                  <a:pt x="204630" y="197353"/>
                  <a:pt x="210509" y="191473"/>
                  <a:pt x="210509" y="184196"/>
                </a:cubicBezTo>
                <a:cubicBezTo>
                  <a:pt x="210509" y="176918"/>
                  <a:pt x="204630" y="171039"/>
                  <a:pt x="197353" y="171039"/>
                </a:cubicBezTo>
                <a:lnTo>
                  <a:pt x="32892" y="171039"/>
                </a:lnTo>
                <a:cubicBezTo>
                  <a:pt x="29274" y="171039"/>
                  <a:pt x="26314" y="168079"/>
                  <a:pt x="26314" y="164460"/>
                </a:cubicBezTo>
                <a:lnTo>
                  <a:pt x="26314" y="26314"/>
                </a:lnTo>
                <a:close/>
                <a:moveTo>
                  <a:pt x="193488" y="61919"/>
                </a:moveTo>
                <a:cubicBezTo>
                  <a:pt x="198627" y="56780"/>
                  <a:pt x="198627" y="48434"/>
                  <a:pt x="193488" y="43294"/>
                </a:cubicBezTo>
                <a:cubicBezTo>
                  <a:pt x="188348" y="38155"/>
                  <a:pt x="180002" y="38155"/>
                  <a:pt x="174863" y="43294"/>
                </a:cubicBezTo>
                <a:lnTo>
                  <a:pt x="131568" y="86630"/>
                </a:lnTo>
                <a:lnTo>
                  <a:pt x="107968" y="63071"/>
                </a:lnTo>
                <a:cubicBezTo>
                  <a:pt x="102829" y="57931"/>
                  <a:pt x="94483" y="57931"/>
                  <a:pt x="89343" y="63071"/>
                </a:cubicBezTo>
                <a:lnTo>
                  <a:pt x="49873" y="102541"/>
                </a:lnTo>
                <a:cubicBezTo>
                  <a:pt x="44733" y="107680"/>
                  <a:pt x="44733" y="116027"/>
                  <a:pt x="49873" y="121166"/>
                </a:cubicBezTo>
                <a:cubicBezTo>
                  <a:pt x="55012" y="126306"/>
                  <a:pt x="63358" y="126306"/>
                  <a:pt x="68498" y="121166"/>
                </a:cubicBezTo>
                <a:lnTo>
                  <a:pt x="98676" y="90988"/>
                </a:lnTo>
                <a:lnTo>
                  <a:pt x="122276" y="114588"/>
                </a:lnTo>
                <a:cubicBezTo>
                  <a:pt x="127416" y="119727"/>
                  <a:pt x="135762" y="119727"/>
                  <a:pt x="140901" y="114588"/>
                </a:cubicBezTo>
                <a:lnTo>
                  <a:pt x="193529" y="61960"/>
                </a:ln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44330" y="3381750"/>
            <a:ext cx="1473565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Improved Efficiency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74200" y="3925566"/>
            <a:ext cx="122797" cy="140340"/>
          </a:xfrm>
          <a:custGeom>
            <a:avLst/>
            <a:gdLst/>
            <a:ahLst/>
            <a:cxnLst/>
            <a:rect l="l" t="t" r="r" b="b"/>
            <a:pathLst>
              <a:path w="122797" h="140340">
                <a:moveTo>
                  <a:pt x="119179" y="19214"/>
                </a:moveTo>
                <a:cubicBezTo>
                  <a:pt x="123099" y="22065"/>
                  <a:pt x="123976" y="27547"/>
                  <a:pt x="121125" y="31467"/>
                </a:cubicBezTo>
                <a:lnTo>
                  <a:pt x="50955" y="127950"/>
                </a:lnTo>
                <a:cubicBezTo>
                  <a:pt x="49448" y="130033"/>
                  <a:pt x="47118" y="131322"/>
                  <a:pt x="44541" y="131541"/>
                </a:cubicBezTo>
                <a:cubicBezTo>
                  <a:pt x="41965" y="131760"/>
                  <a:pt x="39471" y="130801"/>
                  <a:pt x="37661" y="128992"/>
                </a:cubicBezTo>
                <a:lnTo>
                  <a:pt x="2577" y="93907"/>
                </a:lnTo>
                <a:cubicBezTo>
                  <a:pt x="-850" y="90481"/>
                  <a:pt x="-850" y="84916"/>
                  <a:pt x="2577" y="81490"/>
                </a:cubicBezTo>
                <a:cubicBezTo>
                  <a:pt x="6003" y="78064"/>
                  <a:pt x="11567" y="78064"/>
                  <a:pt x="14993" y="81490"/>
                </a:cubicBezTo>
                <a:lnTo>
                  <a:pt x="42815" y="109311"/>
                </a:lnTo>
                <a:lnTo>
                  <a:pt x="106954" y="21133"/>
                </a:lnTo>
                <a:cubicBezTo>
                  <a:pt x="109805" y="17214"/>
                  <a:pt x="115287" y="16336"/>
                  <a:pt x="119206" y="19187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93481" y="3890481"/>
            <a:ext cx="1113945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 workflows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74200" y="4206245"/>
            <a:ext cx="122797" cy="140340"/>
          </a:xfrm>
          <a:custGeom>
            <a:avLst/>
            <a:gdLst/>
            <a:ahLst/>
            <a:cxnLst/>
            <a:rect l="l" t="t" r="r" b="b"/>
            <a:pathLst>
              <a:path w="122797" h="140340">
                <a:moveTo>
                  <a:pt x="119179" y="19214"/>
                </a:moveTo>
                <a:cubicBezTo>
                  <a:pt x="123099" y="22065"/>
                  <a:pt x="123976" y="27547"/>
                  <a:pt x="121125" y="31467"/>
                </a:cubicBezTo>
                <a:lnTo>
                  <a:pt x="50955" y="127950"/>
                </a:lnTo>
                <a:cubicBezTo>
                  <a:pt x="49448" y="130033"/>
                  <a:pt x="47118" y="131322"/>
                  <a:pt x="44541" y="131541"/>
                </a:cubicBezTo>
                <a:cubicBezTo>
                  <a:pt x="41965" y="131760"/>
                  <a:pt x="39471" y="130801"/>
                  <a:pt x="37661" y="128992"/>
                </a:cubicBezTo>
                <a:lnTo>
                  <a:pt x="2577" y="93907"/>
                </a:lnTo>
                <a:cubicBezTo>
                  <a:pt x="-850" y="90481"/>
                  <a:pt x="-850" y="84916"/>
                  <a:pt x="2577" y="81490"/>
                </a:cubicBezTo>
                <a:cubicBezTo>
                  <a:pt x="6003" y="78064"/>
                  <a:pt x="11567" y="78064"/>
                  <a:pt x="14993" y="81490"/>
                </a:cubicBezTo>
                <a:lnTo>
                  <a:pt x="42815" y="109311"/>
                </a:lnTo>
                <a:lnTo>
                  <a:pt x="106954" y="21133"/>
                </a:lnTo>
                <a:cubicBezTo>
                  <a:pt x="109805" y="17214"/>
                  <a:pt x="115287" y="16336"/>
                  <a:pt x="119206" y="19187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93481" y="4171160"/>
            <a:ext cx="1008691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Reduced errors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74200" y="4486924"/>
            <a:ext cx="122797" cy="140340"/>
          </a:xfrm>
          <a:custGeom>
            <a:avLst/>
            <a:gdLst/>
            <a:ahLst/>
            <a:cxnLst/>
            <a:rect l="l" t="t" r="r" b="b"/>
            <a:pathLst>
              <a:path w="122797" h="140340">
                <a:moveTo>
                  <a:pt x="119179" y="19214"/>
                </a:moveTo>
                <a:cubicBezTo>
                  <a:pt x="123099" y="22065"/>
                  <a:pt x="123976" y="27547"/>
                  <a:pt x="121125" y="31467"/>
                </a:cubicBezTo>
                <a:lnTo>
                  <a:pt x="50955" y="127950"/>
                </a:lnTo>
                <a:cubicBezTo>
                  <a:pt x="49448" y="130033"/>
                  <a:pt x="47118" y="131322"/>
                  <a:pt x="44541" y="131541"/>
                </a:cubicBezTo>
                <a:cubicBezTo>
                  <a:pt x="41965" y="131760"/>
                  <a:pt x="39471" y="130801"/>
                  <a:pt x="37661" y="128992"/>
                </a:cubicBezTo>
                <a:lnTo>
                  <a:pt x="2577" y="93907"/>
                </a:lnTo>
                <a:cubicBezTo>
                  <a:pt x="-850" y="90481"/>
                  <a:pt x="-850" y="84916"/>
                  <a:pt x="2577" y="81490"/>
                </a:cubicBezTo>
                <a:cubicBezTo>
                  <a:pt x="6003" y="78064"/>
                  <a:pt x="11567" y="78064"/>
                  <a:pt x="14993" y="81490"/>
                </a:cubicBezTo>
                <a:lnTo>
                  <a:pt x="42815" y="109311"/>
                </a:lnTo>
                <a:lnTo>
                  <a:pt x="106954" y="21133"/>
                </a:lnTo>
                <a:cubicBezTo>
                  <a:pt x="109805" y="17214"/>
                  <a:pt x="115287" y="16336"/>
                  <a:pt x="119206" y="19187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93481" y="4451839"/>
            <a:ext cx="1245514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Better resource use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144080" y="3083528"/>
            <a:ext cx="3692685" cy="2210348"/>
          </a:xfrm>
          <a:custGeom>
            <a:avLst/>
            <a:gdLst/>
            <a:ahLst/>
            <a:cxnLst/>
            <a:rect l="l" t="t" r="r" b="b"/>
            <a:pathLst>
              <a:path w="3692685" h="2210348">
                <a:moveTo>
                  <a:pt x="35085" y="0"/>
                </a:moveTo>
                <a:lnTo>
                  <a:pt x="3552350" y="0"/>
                </a:lnTo>
                <a:cubicBezTo>
                  <a:pt x="3629855" y="0"/>
                  <a:pt x="3692685" y="62830"/>
                  <a:pt x="3692685" y="140335"/>
                </a:cubicBezTo>
                <a:lnTo>
                  <a:pt x="3692685" y="2070013"/>
                </a:lnTo>
                <a:cubicBezTo>
                  <a:pt x="3692685" y="2147518"/>
                  <a:pt x="3629855" y="2210348"/>
                  <a:pt x="3552350" y="2210348"/>
                </a:cubicBezTo>
                <a:lnTo>
                  <a:pt x="35085" y="2210348"/>
                </a:lnTo>
                <a:cubicBezTo>
                  <a:pt x="15708" y="2210348"/>
                  <a:pt x="0" y="2194640"/>
                  <a:pt x="0" y="2175263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568" dist="8771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144080" y="3083528"/>
            <a:ext cx="35085" cy="2210348"/>
          </a:xfrm>
          <a:custGeom>
            <a:avLst/>
            <a:gdLst/>
            <a:ahLst/>
            <a:cxnLst/>
            <a:rect l="l" t="t" r="r" b="b"/>
            <a:pathLst>
              <a:path w="35085" h="2210348">
                <a:moveTo>
                  <a:pt x="35085" y="0"/>
                </a:moveTo>
                <a:lnTo>
                  <a:pt x="35085" y="0"/>
                </a:lnTo>
                <a:lnTo>
                  <a:pt x="35085" y="2210348"/>
                </a:lnTo>
                <a:lnTo>
                  <a:pt x="35085" y="2210348"/>
                </a:lnTo>
                <a:cubicBezTo>
                  <a:pt x="15708" y="2210348"/>
                  <a:pt x="0" y="2194640"/>
                  <a:pt x="0" y="2175263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337047" y="3258953"/>
            <a:ext cx="491188" cy="491188"/>
          </a:xfrm>
          <a:custGeom>
            <a:avLst/>
            <a:gdLst/>
            <a:ahLst/>
            <a:cxnLst/>
            <a:rect l="l" t="t" r="r" b="b"/>
            <a:pathLst>
              <a:path w="491188" h="491188">
                <a:moveTo>
                  <a:pt x="105257" y="0"/>
                </a:moveTo>
                <a:lnTo>
                  <a:pt x="385932" y="0"/>
                </a:lnTo>
                <a:cubicBezTo>
                  <a:pt x="444063" y="0"/>
                  <a:pt x="491188" y="47125"/>
                  <a:pt x="491188" y="105257"/>
                </a:cubicBezTo>
                <a:lnTo>
                  <a:pt x="491188" y="385932"/>
                </a:lnTo>
                <a:cubicBezTo>
                  <a:pt x="491188" y="444063"/>
                  <a:pt x="444063" y="491188"/>
                  <a:pt x="385932" y="491188"/>
                </a:cubicBezTo>
                <a:lnTo>
                  <a:pt x="105257" y="491188"/>
                </a:lnTo>
                <a:cubicBezTo>
                  <a:pt x="47125" y="491188"/>
                  <a:pt x="0" y="444063"/>
                  <a:pt x="0" y="385932"/>
                </a:cubicBezTo>
                <a:lnTo>
                  <a:pt x="0" y="105257"/>
                </a:lnTo>
                <a:cubicBezTo>
                  <a:pt x="0" y="47164"/>
                  <a:pt x="47164" y="0"/>
                  <a:pt x="105257" y="0"/>
                </a:cubicBezTo>
                <a:close/>
              </a:path>
            </a:pathLst>
          </a:custGeom>
          <a:solidFill>
            <a:srgbClr val="0EA5E9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477386" y="3399292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210509"/>
                </a:moveTo>
                <a:cubicBezTo>
                  <a:pt x="163346" y="210509"/>
                  <a:pt x="210509" y="163346"/>
                  <a:pt x="210509" y="105255"/>
                </a:cubicBezTo>
                <a:cubicBezTo>
                  <a:pt x="210509" y="47163"/>
                  <a:pt x="163346" y="0"/>
                  <a:pt x="105255" y="0"/>
                </a:cubicBezTo>
                <a:cubicBezTo>
                  <a:pt x="47163" y="0"/>
                  <a:pt x="0" y="47163"/>
                  <a:pt x="0" y="105255"/>
                </a:cubicBezTo>
                <a:cubicBezTo>
                  <a:pt x="0" y="163346"/>
                  <a:pt x="47163" y="210509"/>
                  <a:pt x="105255" y="210509"/>
                </a:cubicBezTo>
                <a:close/>
                <a:moveTo>
                  <a:pt x="68004" y="132350"/>
                </a:moveTo>
                <a:cubicBezTo>
                  <a:pt x="76392" y="143862"/>
                  <a:pt x="89960" y="151304"/>
                  <a:pt x="105255" y="151304"/>
                </a:cubicBezTo>
                <a:cubicBezTo>
                  <a:pt x="120549" y="151304"/>
                  <a:pt x="134117" y="143862"/>
                  <a:pt x="142505" y="132350"/>
                </a:cubicBezTo>
                <a:cubicBezTo>
                  <a:pt x="145712" y="127950"/>
                  <a:pt x="151879" y="126963"/>
                  <a:pt x="156279" y="130170"/>
                </a:cubicBezTo>
                <a:cubicBezTo>
                  <a:pt x="160678" y="133377"/>
                  <a:pt x="161665" y="139545"/>
                  <a:pt x="158458" y="143944"/>
                </a:cubicBezTo>
                <a:cubicBezTo>
                  <a:pt x="146493" y="160349"/>
                  <a:pt x="127128" y="171039"/>
                  <a:pt x="105255" y="171039"/>
                </a:cubicBezTo>
                <a:cubicBezTo>
                  <a:pt x="83381" y="171039"/>
                  <a:pt x="64016" y="160349"/>
                  <a:pt x="52052" y="143944"/>
                </a:cubicBezTo>
                <a:cubicBezTo>
                  <a:pt x="48845" y="139545"/>
                  <a:pt x="49832" y="133377"/>
                  <a:pt x="54231" y="130170"/>
                </a:cubicBezTo>
                <a:cubicBezTo>
                  <a:pt x="58630" y="126963"/>
                  <a:pt x="64797" y="127950"/>
                  <a:pt x="68004" y="132350"/>
                </a:cubicBezTo>
                <a:close/>
                <a:moveTo>
                  <a:pt x="59206" y="85519"/>
                </a:moveTo>
                <a:cubicBezTo>
                  <a:pt x="59206" y="78258"/>
                  <a:pt x="65101" y="72363"/>
                  <a:pt x="72363" y="72363"/>
                </a:cubicBezTo>
                <a:cubicBezTo>
                  <a:pt x="79624" y="72363"/>
                  <a:pt x="85519" y="78258"/>
                  <a:pt x="85519" y="85519"/>
                </a:cubicBezTo>
                <a:cubicBezTo>
                  <a:pt x="85519" y="92781"/>
                  <a:pt x="79624" y="98676"/>
                  <a:pt x="72363" y="98676"/>
                </a:cubicBezTo>
                <a:cubicBezTo>
                  <a:pt x="65101" y="98676"/>
                  <a:pt x="59206" y="92781"/>
                  <a:pt x="59206" y="85519"/>
                </a:cubicBezTo>
                <a:close/>
                <a:moveTo>
                  <a:pt x="138147" y="72363"/>
                </a:moveTo>
                <a:cubicBezTo>
                  <a:pt x="145408" y="72363"/>
                  <a:pt x="151304" y="78258"/>
                  <a:pt x="151304" y="85519"/>
                </a:cubicBezTo>
                <a:cubicBezTo>
                  <a:pt x="151304" y="92781"/>
                  <a:pt x="145408" y="98676"/>
                  <a:pt x="138147" y="98676"/>
                </a:cubicBezTo>
                <a:cubicBezTo>
                  <a:pt x="130885" y="98676"/>
                  <a:pt x="124990" y="92781"/>
                  <a:pt x="124990" y="85519"/>
                </a:cubicBezTo>
                <a:cubicBezTo>
                  <a:pt x="124990" y="78258"/>
                  <a:pt x="130885" y="72363"/>
                  <a:pt x="138147" y="72363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933490" y="3381750"/>
            <a:ext cx="1438481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Patient Satisfaction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363360" y="3925566"/>
            <a:ext cx="122797" cy="140340"/>
          </a:xfrm>
          <a:custGeom>
            <a:avLst/>
            <a:gdLst/>
            <a:ahLst/>
            <a:cxnLst/>
            <a:rect l="l" t="t" r="r" b="b"/>
            <a:pathLst>
              <a:path w="122797" h="140340">
                <a:moveTo>
                  <a:pt x="119179" y="19214"/>
                </a:moveTo>
                <a:cubicBezTo>
                  <a:pt x="123099" y="22065"/>
                  <a:pt x="123976" y="27547"/>
                  <a:pt x="121125" y="31467"/>
                </a:cubicBezTo>
                <a:lnTo>
                  <a:pt x="50955" y="127950"/>
                </a:lnTo>
                <a:cubicBezTo>
                  <a:pt x="49448" y="130033"/>
                  <a:pt x="47118" y="131322"/>
                  <a:pt x="44541" y="131541"/>
                </a:cubicBezTo>
                <a:cubicBezTo>
                  <a:pt x="41965" y="131760"/>
                  <a:pt x="39471" y="130801"/>
                  <a:pt x="37661" y="128992"/>
                </a:cubicBezTo>
                <a:lnTo>
                  <a:pt x="2577" y="93907"/>
                </a:lnTo>
                <a:cubicBezTo>
                  <a:pt x="-850" y="90481"/>
                  <a:pt x="-850" y="84916"/>
                  <a:pt x="2577" y="81490"/>
                </a:cubicBezTo>
                <a:cubicBezTo>
                  <a:pt x="6003" y="78064"/>
                  <a:pt x="11567" y="78064"/>
                  <a:pt x="14993" y="81490"/>
                </a:cubicBezTo>
                <a:lnTo>
                  <a:pt x="42815" y="109311"/>
                </a:lnTo>
                <a:lnTo>
                  <a:pt x="106954" y="21133"/>
                </a:lnTo>
                <a:cubicBezTo>
                  <a:pt x="109805" y="17214"/>
                  <a:pt x="115287" y="16336"/>
                  <a:pt x="119206" y="19187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582641" y="3890481"/>
            <a:ext cx="98237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Online booking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363360" y="4206245"/>
            <a:ext cx="122797" cy="140340"/>
          </a:xfrm>
          <a:custGeom>
            <a:avLst/>
            <a:gdLst/>
            <a:ahLst/>
            <a:cxnLst/>
            <a:rect l="l" t="t" r="r" b="b"/>
            <a:pathLst>
              <a:path w="122797" h="140340">
                <a:moveTo>
                  <a:pt x="119179" y="19214"/>
                </a:moveTo>
                <a:cubicBezTo>
                  <a:pt x="123099" y="22065"/>
                  <a:pt x="123976" y="27547"/>
                  <a:pt x="121125" y="31467"/>
                </a:cubicBezTo>
                <a:lnTo>
                  <a:pt x="50955" y="127950"/>
                </a:lnTo>
                <a:cubicBezTo>
                  <a:pt x="49448" y="130033"/>
                  <a:pt x="47118" y="131322"/>
                  <a:pt x="44541" y="131541"/>
                </a:cubicBezTo>
                <a:cubicBezTo>
                  <a:pt x="41965" y="131760"/>
                  <a:pt x="39471" y="130801"/>
                  <a:pt x="37661" y="128992"/>
                </a:cubicBezTo>
                <a:lnTo>
                  <a:pt x="2577" y="93907"/>
                </a:lnTo>
                <a:cubicBezTo>
                  <a:pt x="-850" y="90481"/>
                  <a:pt x="-850" y="84916"/>
                  <a:pt x="2577" y="81490"/>
                </a:cubicBezTo>
                <a:cubicBezTo>
                  <a:pt x="6003" y="78064"/>
                  <a:pt x="11567" y="78064"/>
                  <a:pt x="14993" y="81490"/>
                </a:cubicBezTo>
                <a:lnTo>
                  <a:pt x="42815" y="109311"/>
                </a:lnTo>
                <a:lnTo>
                  <a:pt x="106954" y="21133"/>
                </a:lnTo>
                <a:cubicBezTo>
                  <a:pt x="109805" y="17214"/>
                  <a:pt x="115287" y="16336"/>
                  <a:pt x="119206" y="19187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582641" y="4171160"/>
            <a:ext cx="868351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 results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363360" y="4486924"/>
            <a:ext cx="122797" cy="140340"/>
          </a:xfrm>
          <a:custGeom>
            <a:avLst/>
            <a:gdLst/>
            <a:ahLst/>
            <a:cxnLst/>
            <a:rect l="l" t="t" r="r" b="b"/>
            <a:pathLst>
              <a:path w="122797" h="140340">
                <a:moveTo>
                  <a:pt x="119179" y="19214"/>
                </a:moveTo>
                <a:cubicBezTo>
                  <a:pt x="123099" y="22065"/>
                  <a:pt x="123976" y="27547"/>
                  <a:pt x="121125" y="31467"/>
                </a:cubicBezTo>
                <a:lnTo>
                  <a:pt x="50955" y="127950"/>
                </a:lnTo>
                <a:cubicBezTo>
                  <a:pt x="49448" y="130033"/>
                  <a:pt x="47118" y="131322"/>
                  <a:pt x="44541" y="131541"/>
                </a:cubicBezTo>
                <a:cubicBezTo>
                  <a:pt x="41965" y="131760"/>
                  <a:pt x="39471" y="130801"/>
                  <a:pt x="37661" y="128992"/>
                </a:cubicBezTo>
                <a:lnTo>
                  <a:pt x="2577" y="93907"/>
                </a:lnTo>
                <a:cubicBezTo>
                  <a:pt x="-850" y="90481"/>
                  <a:pt x="-850" y="84916"/>
                  <a:pt x="2577" y="81490"/>
                </a:cubicBezTo>
                <a:cubicBezTo>
                  <a:pt x="6003" y="78064"/>
                  <a:pt x="11567" y="78064"/>
                  <a:pt x="14993" y="81490"/>
                </a:cubicBezTo>
                <a:lnTo>
                  <a:pt x="42815" y="109311"/>
                </a:lnTo>
                <a:lnTo>
                  <a:pt x="106954" y="21133"/>
                </a:lnTo>
                <a:cubicBezTo>
                  <a:pt x="109805" y="17214"/>
                  <a:pt x="115287" y="16336"/>
                  <a:pt x="119206" y="19187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582641" y="4451839"/>
            <a:ext cx="894665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access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48217" y="5469190"/>
            <a:ext cx="11490302" cy="1280599"/>
          </a:xfrm>
          <a:custGeom>
            <a:avLst/>
            <a:gdLst/>
            <a:ahLst/>
            <a:cxnLst/>
            <a:rect l="l" t="t" r="r" b="b"/>
            <a:pathLst>
              <a:path w="11490302" h="1280599">
                <a:moveTo>
                  <a:pt x="140341" y="0"/>
                </a:moveTo>
                <a:lnTo>
                  <a:pt x="11349961" y="0"/>
                </a:lnTo>
                <a:cubicBezTo>
                  <a:pt x="11427469" y="0"/>
                  <a:pt x="11490302" y="62833"/>
                  <a:pt x="11490302" y="140341"/>
                </a:cubicBezTo>
                <a:lnTo>
                  <a:pt x="11490302" y="1140258"/>
                </a:lnTo>
                <a:cubicBezTo>
                  <a:pt x="11490302" y="1217766"/>
                  <a:pt x="11427469" y="1280599"/>
                  <a:pt x="11349961" y="1280599"/>
                </a:cubicBezTo>
                <a:lnTo>
                  <a:pt x="140341" y="1280599"/>
                </a:lnTo>
                <a:cubicBezTo>
                  <a:pt x="62833" y="1280599"/>
                  <a:pt x="0" y="1217766"/>
                  <a:pt x="0" y="1140258"/>
                </a:cubicBezTo>
                <a:lnTo>
                  <a:pt x="0" y="140341"/>
                </a:lnTo>
                <a:cubicBezTo>
                  <a:pt x="0" y="62885"/>
                  <a:pt x="62885" y="0"/>
                  <a:pt x="140341" y="0"/>
                </a:cubicBezTo>
                <a:close/>
              </a:path>
            </a:pathLst>
          </a:custGeom>
          <a:gradFill flip="none" rotWithShape="1">
            <a:gsLst>
              <a:gs pos="0">
                <a:srgbClr val="1E293B"/>
              </a:gs>
              <a:gs pos="100000">
                <a:srgbClr val="334155"/>
              </a:gs>
            </a:gsLst>
            <a:lin ang="0" scaled="1"/>
          </a:gradFill>
          <a:ln/>
          <a:effectLst>
            <a:outerShdw blurRad="219281" dist="17542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58726" y="5760730"/>
            <a:ext cx="701698" cy="701698"/>
          </a:xfrm>
          <a:custGeom>
            <a:avLst/>
            <a:gdLst/>
            <a:ahLst/>
            <a:cxnLst/>
            <a:rect l="l" t="t" r="r" b="b"/>
            <a:pathLst>
              <a:path w="701698" h="701698">
                <a:moveTo>
                  <a:pt x="105255" y="0"/>
                </a:moveTo>
                <a:lnTo>
                  <a:pt x="596443" y="0"/>
                </a:lnTo>
                <a:cubicBezTo>
                  <a:pt x="654574" y="0"/>
                  <a:pt x="701698" y="47124"/>
                  <a:pt x="701698" y="105255"/>
                </a:cubicBezTo>
                <a:lnTo>
                  <a:pt x="701698" y="596443"/>
                </a:lnTo>
                <a:cubicBezTo>
                  <a:pt x="701698" y="654574"/>
                  <a:pt x="654574" y="701698"/>
                  <a:pt x="596443" y="701698"/>
                </a:cubicBezTo>
                <a:lnTo>
                  <a:pt x="105255" y="701698"/>
                </a:lnTo>
                <a:cubicBezTo>
                  <a:pt x="47124" y="701698"/>
                  <a:pt x="0" y="654574"/>
                  <a:pt x="0" y="596443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0EA5E9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51693" y="5953697"/>
            <a:ext cx="315764" cy="315764"/>
          </a:xfrm>
          <a:custGeom>
            <a:avLst/>
            <a:gdLst/>
            <a:ahLst/>
            <a:cxnLst/>
            <a:rect l="l" t="t" r="r" b="b"/>
            <a:pathLst>
              <a:path w="315764" h="315764">
                <a:moveTo>
                  <a:pt x="78941" y="197353"/>
                </a:moveTo>
                <a:lnTo>
                  <a:pt x="15110" y="197353"/>
                </a:lnTo>
                <a:cubicBezTo>
                  <a:pt x="-247" y="197353"/>
                  <a:pt x="-9683" y="180639"/>
                  <a:pt x="-1789" y="167441"/>
                </a:cubicBezTo>
                <a:lnTo>
                  <a:pt x="30836" y="113046"/>
                </a:lnTo>
                <a:cubicBezTo>
                  <a:pt x="36202" y="104103"/>
                  <a:pt x="45823" y="98676"/>
                  <a:pt x="56245" y="98676"/>
                </a:cubicBezTo>
                <a:lnTo>
                  <a:pt x="114834" y="98676"/>
                </a:lnTo>
                <a:cubicBezTo>
                  <a:pt x="161767" y="19180"/>
                  <a:pt x="231766" y="15171"/>
                  <a:pt x="278575" y="22017"/>
                </a:cubicBezTo>
                <a:cubicBezTo>
                  <a:pt x="286470" y="23189"/>
                  <a:pt x="292637" y="29356"/>
                  <a:pt x="293747" y="37189"/>
                </a:cubicBezTo>
                <a:cubicBezTo>
                  <a:pt x="300593" y="83998"/>
                  <a:pt x="296584" y="153997"/>
                  <a:pt x="217088" y="200930"/>
                </a:cubicBezTo>
                <a:lnTo>
                  <a:pt x="217088" y="259519"/>
                </a:lnTo>
                <a:cubicBezTo>
                  <a:pt x="217088" y="269941"/>
                  <a:pt x="211661" y="279562"/>
                  <a:pt x="202718" y="284928"/>
                </a:cubicBezTo>
                <a:lnTo>
                  <a:pt x="148323" y="317553"/>
                </a:lnTo>
                <a:cubicBezTo>
                  <a:pt x="135186" y="325447"/>
                  <a:pt x="118412" y="315949"/>
                  <a:pt x="118412" y="300654"/>
                </a:cubicBezTo>
                <a:lnTo>
                  <a:pt x="118412" y="236823"/>
                </a:lnTo>
                <a:cubicBezTo>
                  <a:pt x="118412" y="215053"/>
                  <a:pt x="100711" y="197353"/>
                  <a:pt x="78941" y="197353"/>
                </a:cubicBezTo>
                <a:lnTo>
                  <a:pt x="78879" y="197353"/>
                </a:lnTo>
                <a:close/>
                <a:moveTo>
                  <a:pt x="246691" y="98676"/>
                </a:moveTo>
                <a:cubicBezTo>
                  <a:pt x="246691" y="82338"/>
                  <a:pt x="233426" y="69073"/>
                  <a:pt x="217088" y="69073"/>
                </a:cubicBezTo>
                <a:cubicBezTo>
                  <a:pt x="200749" y="69073"/>
                  <a:pt x="187485" y="82338"/>
                  <a:pt x="187485" y="98676"/>
                </a:cubicBezTo>
                <a:cubicBezTo>
                  <a:pt x="187485" y="115015"/>
                  <a:pt x="200749" y="128279"/>
                  <a:pt x="217088" y="128279"/>
                </a:cubicBezTo>
                <a:cubicBezTo>
                  <a:pt x="233426" y="128279"/>
                  <a:pt x="246691" y="115015"/>
                  <a:pt x="246691" y="98676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470933" y="5679699"/>
            <a:ext cx="8402832" cy="280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Scalable Solution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470933" y="6030445"/>
            <a:ext cx="8376518" cy="517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Designed for small to medium laboratories, providing an affordable pathway to digital transformation while maintaining flexibility for future growth and feature expansion.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9977595" y="5795815"/>
            <a:ext cx="728012" cy="631528"/>
          </a:xfrm>
          <a:custGeom>
            <a:avLst/>
            <a:gdLst/>
            <a:ahLst/>
            <a:cxnLst/>
            <a:rect l="l" t="t" r="r" b="b"/>
            <a:pathLst>
              <a:path w="728012" h="631528">
                <a:moveTo>
                  <a:pt x="105257" y="0"/>
                </a:moveTo>
                <a:lnTo>
                  <a:pt x="622755" y="0"/>
                </a:lnTo>
                <a:cubicBezTo>
                  <a:pt x="680886" y="0"/>
                  <a:pt x="728012" y="47125"/>
                  <a:pt x="728012" y="105257"/>
                </a:cubicBezTo>
                <a:lnTo>
                  <a:pt x="728012" y="526271"/>
                </a:lnTo>
                <a:cubicBezTo>
                  <a:pt x="728012" y="584403"/>
                  <a:pt x="680886" y="631528"/>
                  <a:pt x="622755" y="631528"/>
                </a:cubicBezTo>
                <a:lnTo>
                  <a:pt x="105257" y="631528"/>
                </a:lnTo>
                <a:cubicBezTo>
                  <a:pt x="47125" y="631528"/>
                  <a:pt x="0" y="584403"/>
                  <a:pt x="0" y="526271"/>
                </a:cubicBezTo>
                <a:lnTo>
                  <a:pt x="0" y="105257"/>
                </a:lnTo>
                <a:cubicBezTo>
                  <a:pt x="0" y="47164"/>
                  <a:pt x="47164" y="0"/>
                  <a:pt x="10525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0247749" y="5901070"/>
            <a:ext cx="184196" cy="210509"/>
          </a:xfrm>
          <a:custGeom>
            <a:avLst/>
            <a:gdLst/>
            <a:ahLst/>
            <a:cxnLst/>
            <a:rect l="l" t="t" r="r" b="b"/>
            <a:pathLst>
              <a:path w="184196" h="210509">
                <a:moveTo>
                  <a:pt x="69073" y="13157"/>
                </a:moveTo>
                <a:lnTo>
                  <a:pt x="9868" y="13157"/>
                </a:lnTo>
                <a:cubicBezTo>
                  <a:pt x="4399" y="13157"/>
                  <a:pt x="0" y="17556"/>
                  <a:pt x="0" y="23024"/>
                </a:cubicBezTo>
                <a:lnTo>
                  <a:pt x="0" y="82230"/>
                </a:lnTo>
                <a:cubicBezTo>
                  <a:pt x="0" y="86218"/>
                  <a:pt x="2385" y="89837"/>
                  <a:pt x="6085" y="91358"/>
                </a:cubicBezTo>
                <a:cubicBezTo>
                  <a:pt x="9785" y="92879"/>
                  <a:pt x="14020" y="92016"/>
                  <a:pt x="16857" y="89220"/>
                </a:cubicBezTo>
                <a:lnTo>
                  <a:pt x="33303" y="72774"/>
                </a:lnTo>
                <a:lnTo>
                  <a:pt x="65784" y="105255"/>
                </a:lnTo>
                <a:lnTo>
                  <a:pt x="33303" y="137736"/>
                </a:lnTo>
                <a:lnTo>
                  <a:pt x="16857" y="121290"/>
                </a:lnTo>
                <a:cubicBezTo>
                  <a:pt x="14020" y="118453"/>
                  <a:pt x="9785" y="117630"/>
                  <a:pt x="6085" y="119152"/>
                </a:cubicBezTo>
                <a:cubicBezTo>
                  <a:pt x="2385" y="120673"/>
                  <a:pt x="0" y="124291"/>
                  <a:pt x="0" y="128279"/>
                </a:cubicBezTo>
                <a:lnTo>
                  <a:pt x="0" y="187485"/>
                </a:lnTo>
                <a:cubicBezTo>
                  <a:pt x="0" y="192953"/>
                  <a:pt x="4399" y="197353"/>
                  <a:pt x="9868" y="197353"/>
                </a:cubicBezTo>
                <a:lnTo>
                  <a:pt x="69073" y="197353"/>
                </a:lnTo>
                <a:cubicBezTo>
                  <a:pt x="73062" y="197353"/>
                  <a:pt x="76680" y="194968"/>
                  <a:pt x="78201" y="191267"/>
                </a:cubicBezTo>
                <a:cubicBezTo>
                  <a:pt x="79722" y="187567"/>
                  <a:pt x="78900" y="183332"/>
                  <a:pt x="76063" y="180495"/>
                </a:cubicBezTo>
                <a:lnTo>
                  <a:pt x="59617" y="164049"/>
                </a:lnTo>
                <a:lnTo>
                  <a:pt x="92098" y="131568"/>
                </a:lnTo>
                <a:lnTo>
                  <a:pt x="124579" y="164049"/>
                </a:lnTo>
                <a:lnTo>
                  <a:pt x="108133" y="180495"/>
                </a:lnTo>
                <a:cubicBezTo>
                  <a:pt x="105296" y="183332"/>
                  <a:pt x="104473" y="187567"/>
                  <a:pt x="105995" y="191267"/>
                </a:cubicBezTo>
                <a:cubicBezTo>
                  <a:pt x="107516" y="194968"/>
                  <a:pt x="111134" y="197353"/>
                  <a:pt x="115122" y="197353"/>
                </a:cubicBezTo>
                <a:lnTo>
                  <a:pt x="174328" y="197353"/>
                </a:lnTo>
                <a:cubicBezTo>
                  <a:pt x="179796" y="197353"/>
                  <a:pt x="184196" y="192953"/>
                  <a:pt x="184196" y="187485"/>
                </a:cubicBezTo>
                <a:lnTo>
                  <a:pt x="184196" y="128279"/>
                </a:lnTo>
                <a:cubicBezTo>
                  <a:pt x="184196" y="124291"/>
                  <a:pt x="181811" y="120673"/>
                  <a:pt x="178111" y="119152"/>
                </a:cubicBezTo>
                <a:cubicBezTo>
                  <a:pt x="174410" y="117630"/>
                  <a:pt x="170175" y="118453"/>
                  <a:pt x="167338" y="121290"/>
                </a:cubicBezTo>
                <a:lnTo>
                  <a:pt x="150892" y="137736"/>
                </a:lnTo>
                <a:lnTo>
                  <a:pt x="118412" y="105255"/>
                </a:lnTo>
                <a:lnTo>
                  <a:pt x="150892" y="72774"/>
                </a:lnTo>
                <a:lnTo>
                  <a:pt x="167338" y="89220"/>
                </a:lnTo>
                <a:cubicBezTo>
                  <a:pt x="170175" y="92057"/>
                  <a:pt x="174410" y="92879"/>
                  <a:pt x="178111" y="91358"/>
                </a:cubicBezTo>
                <a:cubicBezTo>
                  <a:pt x="181811" y="89837"/>
                  <a:pt x="184196" y="86218"/>
                  <a:pt x="184196" y="82230"/>
                </a:cubicBezTo>
                <a:lnTo>
                  <a:pt x="184196" y="23024"/>
                </a:lnTo>
                <a:cubicBezTo>
                  <a:pt x="184196" y="17556"/>
                  <a:pt x="179796" y="13157"/>
                  <a:pt x="174328" y="13157"/>
                </a:cubicBezTo>
                <a:lnTo>
                  <a:pt x="115122" y="13157"/>
                </a:lnTo>
                <a:cubicBezTo>
                  <a:pt x="111134" y="13157"/>
                  <a:pt x="107516" y="15542"/>
                  <a:pt x="105995" y="19242"/>
                </a:cubicBezTo>
                <a:cubicBezTo>
                  <a:pt x="104473" y="22942"/>
                  <a:pt x="105337" y="27177"/>
                  <a:pt x="108133" y="30014"/>
                </a:cubicBezTo>
                <a:lnTo>
                  <a:pt x="124579" y="46460"/>
                </a:lnTo>
                <a:lnTo>
                  <a:pt x="92098" y="78941"/>
                </a:lnTo>
                <a:lnTo>
                  <a:pt x="59617" y="46460"/>
                </a:lnTo>
                <a:lnTo>
                  <a:pt x="76063" y="30014"/>
                </a:lnTo>
                <a:cubicBezTo>
                  <a:pt x="78900" y="27177"/>
                  <a:pt x="79722" y="22942"/>
                  <a:pt x="78201" y="19242"/>
                </a:cubicBezTo>
                <a:cubicBezTo>
                  <a:pt x="76680" y="15542"/>
                  <a:pt x="73062" y="13157"/>
                  <a:pt x="69073" y="13157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0087235" y="6146664"/>
            <a:ext cx="508731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0807462" y="5795815"/>
            <a:ext cx="824495" cy="631528"/>
          </a:xfrm>
          <a:custGeom>
            <a:avLst/>
            <a:gdLst/>
            <a:ahLst/>
            <a:cxnLst/>
            <a:rect l="l" t="t" r="r" b="b"/>
            <a:pathLst>
              <a:path w="824495" h="631528">
                <a:moveTo>
                  <a:pt x="105257" y="0"/>
                </a:moveTo>
                <a:lnTo>
                  <a:pt x="719238" y="0"/>
                </a:lnTo>
                <a:cubicBezTo>
                  <a:pt x="777370" y="0"/>
                  <a:pt x="824495" y="47125"/>
                  <a:pt x="824495" y="105257"/>
                </a:cubicBezTo>
                <a:lnTo>
                  <a:pt x="824495" y="526271"/>
                </a:lnTo>
                <a:cubicBezTo>
                  <a:pt x="824495" y="584403"/>
                  <a:pt x="777370" y="631528"/>
                  <a:pt x="719238" y="631528"/>
                </a:cubicBezTo>
                <a:lnTo>
                  <a:pt x="105257" y="631528"/>
                </a:lnTo>
                <a:cubicBezTo>
                  <a:pt x="47125" y="631528"/>
                  <a:pt x="0" y="584403"/>
                  <a:pt x="0" y="526271"/>
                </a:cubicBezTo>
                <a:lnTo>
                  <a:pt x="0" y="105257"/>
                </a:lnTo>
                <a:cubicBezTo>
                  <a:pt x="0" y="47164"/>
                  <a:pt x="47164" y="0"/>
                  <a:pt x="10525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1126516" y="5901070"/>
            <a:ext cx="184196" cy="210509"/>
          </a:xfrm>
          <a:custGeom>
            <a:avLst/>
            <a:gdLst/>
            <a:ahLst/>
            <a:cxnLst/>
            <a:rect l="l" t="t" r="r" b="b"/>
            <a:pathLst>
              <a:path w="184196" h="210509">
                <a:moveTo>
                  <a:pt x="32892" y="42760"/>
                </a:moveTo>
                <a:cubicBezTo>
                  <a:pt x="38338" y="42760"/>
                  <a:pt x="42760" y="38338"/>
                  <a:pt x="42760" y="32892"/>
                </a:cubicBezTo>
                <a:cubicBezTo>
                  <a:pt x="42760" y="27446"/>
                  <a:pt x="38338" y="23024"/>
                  <a:pt x="32892" y="23024"/>
                </a:cubicBezTo>
                <a:cubicBezTo>
                  <a:pt x="27446" y="23024"/>
                  <a:pt x="23024" y="27446"/>
                  <a:pt x="23024" y="32892"/>
                </a:cubicBezTo>
                <a:cubicBezTo>
                  <a:pt x="23024" y="38338"/>
                  <a:pt x="27446" y="42760"/>
                  <a:pt x="32892" y="42760"/>
                </a:cubicBezTo>
                <a:close/>
                <a:moveTo>
                  <a:pt x="65784" y="32892"/>
                </a:moveTo>
                <a:cubicBezTo>
                  <a:pt x="65784" y="46378"/>
                  <a:pt x="57684" y="57972"/>
                  <a:pt x="46049" y="63029"/>
                </a:cubicBezTo>
                <a:lnTo>
                  <a:pt x="46049" y="92098"/>
                </a:lnTo>
                <a:lnTo>
                  <a:pt x="118412" y="92098"/>
                </a:lnTo>
                <a:cubicBezTo>
                  <a:pt x="129307" y="92098"/>
                  <a:pt x="138147" y="83258"/>
                  <a:pt x="138147" y="72363"/>
                </a:cubicBezTo>
                <a:lnTo>
                  <a:pt x="138147" y="63029"/>
                </a:lnTo>
                <a:cubicBezTo>
                  <a:pt x="126511" y="57972"/>
                  <a:pt x="118412" y="46378"/>
                  <a:pt x="118412" y="32892"/>
                </a:cubicBezTo>
                <a:cubicBezTo>
                  <a:pt x="118412" y="14719"/>
                  <a:pt x="133131" y="0"/>
                  <a:pt x="151304" y="0"/>
                </a:cubicBezTo>
                <a:cubicBezTo>
                  <a:pt x="169476" y="0"/>
                  <a:pt x="184196" y="14719"/>
                  <a:pt x="184196" y="32892"/>
                </a:cubicBezTo>
                <a:cubicBezTo>
                  <a:pt x="184196" y="46378"/>
                  <a:pt x="176096" y="57972"/>
                  <a:pt x="164460" y="63029"/>
                </a:cubicBezTo>
                <a:lnTo>
                  <a:pt x="164460" y="72363"/>
                </a:lnTo>
                <a:cubicBezTo>
                  <a:pt x="164460" y="97813"/>
                  <a:pt x="143862" y="118412"/>
                  <a:pt x="118412" y="118412"/>
                </a:cubicBezTo>
                <a:lnTo>
                  <a:pt x="46049" y="118412"/>
                </a:lnTo>
                <a:lnTo>
                  <a:pt x="46049" y="147480"/>
                </a:lnTo>
                <a:cubicBezTo>
                  <a:pt x="57684" y="152537"/>
                  <a:pt x="65784" y="164132"/>
                  <a:pt x="65784" y="177617"/>
                </a:cubicBezTo>
                <a:cubicBezTo>
                  <a:pt x="65784" y="195790"/>
                  <a:pt x="51065" y="210509"/>
                  <a:pt x="32892" y="210509"/>
                </a:cubicBezTo>
                <a:cubicBezTo>
                  <a:pt x="14719" y="210509"/>
                  <a:pt x="0" y="195790"/>
                  <a:pt x="0" y="177617"/>
                </a:cubicBezTo>
                <a:cubicBezTo>
                  <a:pt x="0" y="164132"/>
                  <a:pt x="8100" y="152537"/>
                  <a:pt x="19735" y="147480"/>
                </a:cubicBezTo>
                <a:lnTo>
                  <a:pt x="19735" y="63071"/>
                </a:lnTo>
                <a:cubicBezTo>
                  <a:pt x="8100" y="57972"/>
                  <a:pt x="0" y="46378"/>
                  <a:pt x="0" y="32892"/>
                </a:cubicBezTo>
                <a:cubicBezTo>
                  <a:pt x="0" y="14719"/>
                  <a:pt x="14719" y="0"/>
                  <a:pt x="32892" y="0"/>
                </a:cubicBezTo>
                <a:cubicBezTo>
                  <a:pt x="51065" y="0"/>
                  <a:pt x="65784" y="14719"/>
                  <a:pt x="65784" y="32892"/>
                </a:cubicBezTo>
                <a:close/>
                <a:moveTo>
                  <a:pt x="161171" y="32892"/>
                </a:moveTo>
                <a:cubicBezTo>
                  <a:pt x="161171" y="27446"/>
                  <a:pt x="156750" y="23024"/>
                  <a:pt x="151304" y="23024"/>
                </a:cubicBezTo>
                <a:cubicBezTo>
                  <a:pt x="145858" y="23024"/>
                  <a:pt x="141436" y="27446"/>
                  <a:pt x="141436" y="32892"/>
                </a:cubicBezTo>
                <a:cubicBezTo>
                  <a:pt x="141436" y="38338"/>
                  <a:pt x="145858" y="42760"/>
                  <a:pt x="151304" y="42760"/>
                </a:cubicBezTo>
                <a:cubicBezTo>
                  <a:pt x="156750" y="42760"/>
                  <a:pt x="161171" y="38338"/>
                  <a:pt x="161171" y="32892"/>
                </a:cubicBezTo>
                <a:close/>
                <a:moveTo>
                  <a:pt x="32892" y="187485"/>
                </a:moveTo>
                <a:cubicBezTo>
                  <a:pt x="38338" y="187485"/>
                  <a:pt x="42760" y="183063"/>
                  <a:pt x="42760" y="177617"/>
                </a:cubicBezTo>
                <a:cubicBezTo>
                  <a:pt x="42760" y="172171"/>
                  <a:pt x="38338" y="167750"/>
                  <a:pt x="32892" y="167750"/>
                </a:cubicBezTo>
                <a:cubicBezTo>
                  <a:pt x="27446" y="167750"/>
                  <a:pt x="23024" y="172171"/>
                  <a:pt x="23024" y="177617"/>
                </a:cubicBezTo>
                <a:cubicBezTo>
                  <a:pt x="23024" y="183063"/>
                  <a:pt x="27446" y="187485"/>
                  <a:pt x="32892" y="187485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0917103" y="6146664"/>
            <a:ext cx="605214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Extensible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gradFill>
          <a:gsLst>
            <a:gs pos="0">
              <a:schemeClr val="tx1">
                <a:lumMod val="75000"/>
                <a:lumOff val="25000"/>
              </a:schemeClr>
            </a:gs>
            <a:gs pos="100000">
              <a:srgbClr val="002060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663259" y="85253"/>
            <a:ext cx="865481" cy="752593"/>
          </a:xfrm>
          <a:custGeom>
            <a:avLst/>
            <a:gdLst/>
            <a:ahLst/>
            <a:cxnLst/>
            <a:rect l="l" t="t" r="r" b="b"/>
            <a:pathLst>
              <a:path w="865481" h="752593">
                <a:moveTo>
                  <a:pt x="376296" y="0"/>
                </a:moveTo>
                <a:lnTo>
                  <a:pt x="489185" y="0"/>
                </a:lnTo>
                <a:cubicBezTo>
                  <a:pt x="697008" y="0"/>
                  <a:pt x="865481" y="168474"/>
                  <a:pt x="865481" y="376296"/>
                </a:cubicBezTo>
                <a:lnTo>
                  <a:pt x="865481" y="376296"/>
                </a:lnTo>
                <a:cubicBezTo>
                  <a:pt x="865481" y="584119"/>
                  <a:pt x="697008" y="752593"/>
                  <a:pt x="489185" y="752593"/>
                </a:cubicBezTo>
                <a:lnTo>
                  <a:pt x="376296" y="752593"/>
                </a:lnTo>
                <a:cubicBezTo>
                  <a:pt x="168613" y="752593"/>
                  <a:pt x="0" y="583980"/>
                  <a:pt x="0" y="376296"/>
                </a:cubicBezTo>
                <a:lnTo>
                  <a:pt x="0" y="376296"/>
                </a:lnTo>
                <a:cubicBezTo>
                  <a:pt x="0" y="168613"/>
                  <a:pt x="168613" y="0"/>
                  <a:pt x="376296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898444" y="235772"/>
            <a:ext cx="395111" cy="451556"/>
          </a:xfrm>
          <a:custGeom>
            <a:avLst/>
            <a:gdLst/>
            <a:ahLst/>
            <a:cxnLst/>
            <a:rect l="l" t="t" r="r" b="b"/>
            <a:pathLst>
              <a:path w="395111" h="451556">
                <a:moveTo>
                  <a:pt x="338667" y="451556"/>
                </a:moveTo>
                <a:lnTo>
                  <a:pt x="84667" y="451556"/>
                </a:lnTo>
                <a:cubicBezTo>
                  <a:pt x="37924" y="451556"/>
                  <a:pt x="0" y="413632"/>
                  <a:pt x="0" y="366889"/>
                </a:cubicBezTo>
                <a:lnTo>
                  <a:pt x="0" y="84667"/>
                </a:lnTo>
                <a:cubicBezTo>
                  <a:pt x="0" y="37924"/>
                  <a:pt x="37924" y="0"/>
                  <a:pt x="84667" y="0"/>
                </a:cubicBezTo>
                <a:lnTo>
                  <a:pt x="352778" y="0"/>
                </a:lnTo>
                <a:cubicBezTo>
                  <a:pt x="376149" y="0"/>
                  <a:pt x="395111" y="18962"/>
                  <a:pt x="395111" y="42333"/>
                </a:cubicBezTo>
                <a:lnTo>
                  <a:pt x="395111" y="296333"/>
                </a:lnTo>
                <a:cubicBezTo>
                  <a:pt x="395111" y="314766"/>
                  <a:pt x="383293" y="330465"/>
                  <a:pt x="366889" y="336285"/>
                </a:cubicBezTo>
                <a:lnTo>
                  <a:pt x="366889" y="395111"/>
                </a:lnTo>
                <a:cubicBezTo>
                  <a:pt x="382499" y="395111"/>
                  <a:pt x="395111" y="407723"/>
                  <a:pt x="395111" y="423333"/>
                </a:cubicBezTo>
                <a:cubicBezTo>
                  <a:pt x="395111" y="438944"/>
                  <a:pt x="382499" y="451556"/>
                  <a:pt x="366889" y="451556"/>
                </a:cubicBezTo>
                <a:lnTo>
                  <a:pt x="338667" y="451556"/>
                </a:lnTo>
                <a:close/>
                <a:moveTo>
                  <a:pt x="84667" y="338667"/>
                </a:moveTo>
                <a:cubicBezTo>
                  <a:pt x="69056" y="338667"/>
                  <a:pt x="56444" y="351278"/>
                  <a:pt x="56444" y="366889"/>
                </a:cubicBezTo>
                <a:cubicBezTo>
                  <a:pt x="56444" y="382499"/>
                  <a:pt x="69056" y="395111"/>
                  <a:pt x="84667" y="395111"/>
                </a:cubicBezTo>
                <a:lnTo>
                  <a:pt x="310444" y="395111"/>
                </a:lnTo>
                <a:lnTo>
                  <a:pt x="310444" y="338667"/>
                </a:lnTo>
                <a:lnTo>
                  <a:pt x="84667" y="338667"/>
                </a:lnTo>
                <a:close/>
                <a:moveTo>
                  <a:pt x="112889" y="134056"/>
                </a:moveTo>
                <a:cubicBezTo>
                  <a:pt x="112889" y="145785"/>
                  <a:pt x="122326" y="155222"/>
                  <a:pt x="134056" y="155222"/>
                </a:cubicBezTo>
                <a:lnTo>
                  <a:pt x="289278" y="155222"/>
                </a:lnTo>
                <a:cubicBezTo>
                  <a:pt x="301008" y="155222"/>
                  <a:pt x="310444" y="145785"/>
                  <a:pt x="310444" y="134056"/>
                </a:cubicBezTo>
                <a:cubicBezTo>
                  <a:pt x="310444" y="122326"/>
                  <a:pt x="301008" y="112889"/>
                  <a:pt x="289278" y="112889"/>
                </a:cubicBezTo>
                <a:lnTo>
                  <a:pt x="134056" y="112889"/>
                </a:lnTo>
                <a:cubicBezTo>
                  <a:pt x="122326" y="112889"/>
                  <a:pt x="112889" y="122326"/>
                  <a:pt x="112889" y="134056"/>
                </a:cubicBezTo>
                <a:close/>
                <a:moveTo>
                  <a:pt x="134056" y="197556"/>
                </a:moveTo>
                <a:cubicBezTo>
                  <a:pt x="122326" y="197556"/>
                  <a:pt x="112889" y="206992"/>
                  <a:pt x="112889" y="218722"/>
                </a:cubicBezTo>
                <a:cubicBezTo>
                  <a:pt x="112889" y="230452"/>
                  <a:pt x="122326" y="239889"/>
                  <a:pt x="134056" y="239889"/>
                </a:cubicBezTo>
                <a:lnTo>
                  <a:pt x="289278" y="239889"/>
                </a:lnTo>
                <a:cubicBezTo>
                  <a:pt x="301008" y="239889"/>
                  <a:pt x="310444" y="230452"/>
                  <a:pt x="310444" y="218722"/>
                </a:cubicBezTo>
                <a:cubicBezTo>
                  <a:pt x="310444" y="206992"/>
                  <a:pt x="301008" y="197556"/>
                  <a:pt x="289278" y="197556"/>
                </a:cubicBezTo>
                <a:lnTo>
                  <a:pt x="134056" y="197556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63407" y="933805"/>
            <a:ext cx="11665185" cy="451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556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93926" y="1535879"/>
            <a:ext cx="1204148" cy="37630"/>
          </a:xfrm>
          <a:custGeom>
            <a:avLst/>
            <a:gdLst/>
            <a:ahLst/>
            <a:cxnLst/>
            <a:rect l="l" t="t" r="r" b="b"/>
            <a:pathLst>
              <a:path w="1204148" h="37630">
                <a:moveTo>
                  <a:pt x="0" y="0"/>
                </a:moveTo>
                <a:lnTo>
                  <a:pt x="1204148" y="0"/>
                </a:lnTo>
                <a:lnTo>
                  <a:pt x="1204148" y="37630"/>
                </a:lnTo>
                <a:lnTo>
                  <a:pt x="0" y="376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885244" y="1953568"/>
            <a:ext cx="8417748" cy="938859"/>
          </a:xfrm>
          <a:custGeom>
            <a:avLst/>
            <a:gdLst/>
            <a:ahLst/>
            <a:cxnLst/>
            <a:rect l="l" t="t" r="r" b="b"/>
            <a:pathLst>
              <a:path w="8417748" h="938859">
                <a:moveTo>
                  <a:pt x="150518" y="0"/>
                </a:moveTo>
                <a:lnTo>
                  <a:pt x="8267230" y="0"/>
                </a:lnTo>
                <a:cubicBezTo>
                  <a:pt x="8350359" y="0"/>
                  <a:pt x="8417748" y="67389"/>
                  <a:pt x="8417748" y="150518"/>
                </a:cubicBezTo>
                <a:lnTo>
                  <a:pt x="8417748" y="788341"/>
                </a:lnTo>
                <a:cubicBezTo>
                  <a:pt x="8417748" y="871470"/>
                  <a:pt x="8350359" y="938859"/>
                  <a:pt x="8267230" y="938859"/>
                </a:cubicBezTo>
                <a:lnTo>
                  <a:pt x="150518" y="938859"/>
                </a:lnTo>
                <a:cubicBezTo>
                  <a:pt x="67389" y="938859"/>
                  <a:pt x="0" y="871470"/>
                  <a:pt x="0" y="788341"/>
                </a:cubicBezTo>
                <a:lnTo>
                  <a:pt x="0" y="150518"/>
                </a:lnTo>
                <a:cubicBezTo>
                  <a:pt x="0" y="67389"/>
                  <a:pt x="67389" y="0"/>
                  <a:pt x="15051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077156" y="2145477"/>
            <a:ext cx="376296" cy="376296"/>
          </a:xfrm>
          <a:custGeom>
            <a:avLst/>
            <a:gdLst/>
            <a:ahLst/>
            <a:cxnLst/>
            <a:rect l="l" t="t" r="r" b="b"/>
            <a:pathLst>
              <a:path w="376296" h="376296">
                <a:moveTo>
                  <a:pt x="188148" y="0"/>
                </a:moveTo>
                <a:lnTo>
                  <a:pt x="188148" y="0"/>
                </a:lnTo>
                <a:cubicBezTo>
                  <a:pt x="291990" y="0"/>
                  <a:pt x="376296" y="84306"/>
                  <a:pt x="376296" y="188148"/>
                </a:cubicBezTo>
                <a:lnTo>
                  <a:pt x="376296" y="188148"/>
                </a:lnTo>
                <a:cubicBezTo>
                  <a:pt x="376296" y="291990"/>
                  <a:pt x="291990" y="376296"/>
                  <a:pt x="188148" y="376296"/>
                </a:cubicBezTo>
                <a:lnTo>
                  <a:pt x="188148" y="376296"/>
                </a:lnTo>
                <a:cubicBezTo>
                  <a:pt x="84306" y="376296"/>
                  <a:pt x="0" y="291990"/>
                  <a:pt x="0" y="188148"/>
                </a:cubicBezTo>
                <a:lnTo>
                  <a:pt x="0" y="188148"/>
                </a:lnTo>
                <a:cubicBezTo>
                  <a:pt x="0" y="84306"/>
                  <a:pt x="84306" y="0"/>
                  <a:pt x="18814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241432" y="2220736"/>
            <a:ext cx="122296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603971" y="2145477"/>
            <a:ext cx="7591778" cy="555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chemeClr val="bg1"/>
                </a:solidFill>
              </a:rPr>
              <a:t>World Health Organization, Laboratory Quality Management System Handbook, WHO Press, 2011 </a:t>
            </a:r>
            <a:r>
              <a:rPr lang="en-US" sz="1333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885244" y="3045764"/>
            <a:ext cx="8417748" cy="760119"/>
          </a:xfrm>
          <a:custGeom>
            <a:avLst/>
            <a:gdLst/>
            <a:ahLst/>
            <a:cxnLst/>
            <a:rect l="l" t="t" r="r" b="b"/>
            <a:pathLst>
              <a:path w="8417748" h="760119">
                <a:moveTo>
                  <a:pt x="150519" y="0"/>
                </a:moveTo>
                <a:lnTo>
                  <a:pt x="8267229" y="0"/>
                </a:lnTo>
                <a:cubicBezTo>
                  <a:pt x="8350359" y="0"/>
                  <a:pt x="8417748" y="67390"/>
                  <a:pt x="8417748" y="150519"/>
                </a:cubicBezTo>
                <a:lnTo>
                  <a:pt x="8417748" y="609600"/>
                </a:lnTo>
                <a:cubicBezTo>
                  <a:pt x="8417748" y="692729"/>
                  <a:pt x="8350359" y="760119"/>
                  <a:pt x="8267229" y="760119"/>
                </a:cubicBezTo>
                <a:lnTo>
                  <a:pt x="150519" y="760119"/>
                </a:lnTo>
                <a:cubicBezTo>
                  <a:pt x="67390" y="760119"/>
                  <a:pt x="0" y="692729"/>
                  <a:pt x="0" y="609600"/>
                </a:cubicBezTo>
                <a:lnTo>
                  <a:pt x="0" y="150519"/>
                </a:lnTo>
                <a:cubicBezTo>
                  <a:pt x="0" y="67390"/>
                  <a:pt x="67390" y="0"/>
                  <a:pt x="15051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077156" y="3237682"/>
            <a:ext cx="376296" cy="376296"/>
          </a:xfrm>
          <a:custGeom>
            <a:avLst/>
            <a:gdLst/>
            <a:ahLst/>
            <a:cxnLst/>
            <a:rect l="l" t="t" r="r" b="b"/>
            <a:pathLst>
              <a:path w="376296" h="376296">
                <a:moveTo>
                  <a:pt x="188148" y="0"/>
                </a:moveTo>
                <a:lnTo>
                  <a:pt x="188148" y="0"/>
                </a:lnTo>
                <a:cubicBezTo>
                  <a:pt x="291990" y="0"/>
                  <a:pt x="376296" y="84306"/>
                  <a:pt x="376296" y="188148"/>
                </a:cubicBezTo>
                <a:lnTo>
                  <a:pt x="376296" y="188148"/>
                </a:lnTo>
                <a:cubicBezTo>
                  <a:pt x="376296" y="291990"/>
                  <a:pt x="291990" y="376296"/>
                  <a:pt x="188148" y="376296"/>
                </a:cubicBezTo>
                <a:lnTo>
                  <a:pt x="188148" y="376296"/>
                </a:lnTo>
                <a:cubicBezTo>
                  <a:pt x="84306" y="376296"/>
                  <a:pt x="0" y="291990"/>
                  <a:pt x="0" y="188148"/>
                </a:cubicBezTo>
                <a:lnTo>
                  <a:pt x="0" y="188148"/>
                </a:lnTo>
                <a:cubicBezTo>
                  <a:pt x="0" y="84306"/>
                  <a:pt x="84306" y="0"/>
                  <a:pt x="18814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226969" y="3312942"/>
            <a:ext cx="150519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603971" y="3237682"/>
            <a:ext cx="7591778" cy="50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chemeClr val="bg1"/>
                </a:solidFill>
              </a:rPr>
              <a:t>Centers for Disease Control and Prevention, "Laboratory Informatics Overview," CDC, Atlanta, GA, USA, 2018.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" name="Shape 13"/>
          <p:cNvSpPr/>
          <p:nvPr/>
        </p:nvSpPr>
        <p:spPr>
          <a:xfrm>
            <a:off x="1885244" y="3963932"/>
            <a:ext cx="8417748" cy="760119"/>
          </a:xfrm>
          <a:custGeom>
            <a:avLst/>
            <a:gdLst/>
            <a:ahLst/>
            <a:cxnLst/>
            <a:rect l="l" t="t" r="r" b="b"/>
            <a:pathLst>
              <a:path w="8417748" h="760119">
                <a:moveTo>
                  <a:pt x="150519" y="0"/>
                </a:moveTo>
                <a:lnTo>
                  <a:pt x="8267229" y="0"/>
                </a:lnTo>
                <a:cubicBezTo>
                  <a:pt x="8350359" y="0"/>
                  <a:pt x="8417748" y="67390"/>
                  <a:pt x="8417748" y="150519"/>
                </a:cubicBezTo>
                <a:lnTo>
                  <a:pt x="8417748" y="609600"/>
                </a:lnTo>
                <a:cubicBezTo>
                  <a:pt x="8417748" y="692729"/>
                  <a:pt x="8350359" y="760119"/>
                  <a:pt x="8267229" y="760119"/>
                </a:cubicBezTo>
                <a:lnTo>
                  <a:pt x="150519" y="760119"/>
                </a:lnTo>
                <a:cubicBezTo>
                  <a:pt x="67390" y="760119"/>
                  <a:pt x="0" y="692729"/>
                  <a:pt x="0" y="609600"/>
                </a:cubicBezTo>
                <a:lnTo>
                  <a:pt x="0" y="150519"/>
                </a:lnTo>
                <a:cubicBezTo>
                  <a:pt x="0" y="67390"/>
                  <a:pt x="67390" y="0"/>
                  <a:pt x="15051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077156" y="4155842"/>
            <a:ext cx="376296" cy="376296"/>
          </a:xfrm>
          <a:custGeom>
            <a:avLst/>
            <a:gdLst/>
            <a:ahLst/>
            <a:cxnLst/>
            <a:rect l="l" t="t" r="r" b="b"/>
            <a:pathLst>
              <a:path w="376296" h="376296">
                <a:moveTo>
                  <a:pt x="188148" y="0"/>
                </a:moveTo>
                <a:lnTo>
                  <a:pt x="188148" y="0"/>
                </a:lnTo>
                <a:cubicBezTo>
                  <a:pt x="291990" y="0"/>
                  <a:pt x="376296" y="84306"/>
                  <a:pt x="376296" y="188148"/>
                </a:cubicBezTo>
                <a:lnTo>
                  <a:pt x="376296" y="188148"/>
                </a:lnTo>
                <a:cubicBezTo>
                  <a:pt x="376296" y="291990"/>
                  <a:pt x="291990" y="376296"/>
                  <a:pt x="188148" y="376296"/>
                </a:cubicBezTo>
                <a:lnTo>
                  <a:pt x="188148" y="376296"/>
                </a:lnTo>
                <a:cubicBezTo>
                  <a:pt x="84306" y="376296"/>
                  <a:pt x="0" y="291990"/>
                  <a:pt x="0" y="188148"/>
                </a:cubicBezTo>
                <a:lnTo>
                  <a:pt x="0" y="188148"/>
                </a:lnTo>
                <a:cubicBezTo>
                  <a:pt x="0" y="84306"/>
                  <a:pt x="84306" y="0"/>
                  <a:pt x="18814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224969" y="4231101"/>
            <a:ext cx="159926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603971" y="4033405"/>
            <a:ext cx="7591778" cy="568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chemeClr val="bg1"/>
                </a:solidFill>
              </a:rPr>
              <a:t>P. G.-D. e. al, "The World Health Organization African Region Laboratory Accreditation Process," American Journal of Clinical Pathology, vol. 134, p. 393–400, 2010. 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0" name="Shape 17"/>
          <p:cNvSpPr/>
          <p:nvPr/>
        </p:nvSpPr>
        <p:spPr>
          <a:xfrm>
            <a:off x="1885244" y="4882092"/>
            <a:ext cx="8417748" cy="760119"/>
          </a:xfrm>
          <a:custGeom>
            <a:avLst/>
            <a:gdLst/>
            <a:ahLst/>
            <a:cxnLst/>
            <a:rect l="l" t="t" r="r" b="b"/>
            <a:pathLst>
              <a:path w="8417748" h="760119">
                <a:moveTo>
                  <a:pt x="150519" y="0"/>
                </a:moveTo>
                <a:lnTo>
                  <a:pt x="8267229" y="0"/>
                </a:lnTo>
                <a:cubicBezTo>
                  <a:pt x="8350359" y="0"/>
                  <a:pt x="8417748" y="67390"/>
                  <a:pt x="8417748" y="150519"/>
                </a:cubicBezTo>
                <a:lnTo>
                  <a:pt x="8417748" y="609600"/>
                </a:lnTo>
                <a:cubicBezTo>
                  <a:pt x="8417748" y="692729"/>
                  <a:pt x="8350359" y="760119"/>
                  <a:pt x="8267229" y="760119"/>
                </a:cubicBezTo>
                <a:lnTo>
                  <a:pt x="150519" y="760119"/>
                </a:lnTo>
                <a:cubicBezTo>
                  <a:pt x="67390" y="760119"/>
                  <a:pt x="0" y="692729"/>
                  <a:pt x="0" y="609600"/>
                </a:cubicBezTo>
                <a:lnTo>
                  <a:pt x="0" y="150519"/>
                </a:lnTo>
                <a:cubicBezTo>
                  <a:pt x="0" y="67390"/>
                  <a:pt x="67390" y="0"/>
                  <a:pt x="15051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2077156" y="5074001"/>
            <a:ext cx="376296" cy="376296"/>
          </a:xfrm>
          <a:custGeom>
            <a:avLst/>
            <a:gdLst/>
            <a:ahLst/>
            <a:cxnLst/>
            <a:rect l="l" t="t" r="r" b="b"/>
            <a:pathLst>
              <a:path w="376296" h="376296">
                <a:moveTo>
                  <a:pt x="188148" y="0"/>
                </a:moveTo>
                <a:lnTo>
                  <a:pt x="188148" y="0"/>
                </a:lnTo>
                <a:cubicBezTo>
                  <a:pt x="291990" y="0"/>
                  <a:pt x="376296" y="84306"/>
                  <a:pt x="376296" y="188148"/>
                </a:cubicBezTo>
                <a:lnTo>
                  <a:pt x="376296" y="188148"/>
                </a:lnTo>
                <a:cubicBezTo>
                  <a:pt x="376296" y="291990"/>
                  <a:pt x="291990" y="376296"/>
                  <a:pt x="188148" y="376296"/>
                </a:cubicBezTo>
                <a:lnTo>
                  <a:pt x="188148" y="376296"/>
                </a:lnTo>
                <a:cubicBezTo>
                  <a:pt x="84306" y="376296"/>
                  <a:pt x="0" y="291990"/>
                  <a:pt x="0" y="188148"/>
                </a:cubicBezTo>
                <a:lnTo>
                  <a:pt x="0" y="188148"/>
                </a:lnTo>
                <a:cubicBezTo>
                  <a:pt x="0" y="84306"/>
                  <a:pt x="84306" y="0"/>
                  <a:pt x="18814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2226969" y="5149260"/>
            <a:ext cx="150519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2603971" y="5074001"/>
            <a:ext cx="7591778" cy="432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chemeClr val="bg1"/>
                </a:solidFill>
              </a:rPr>
              <a:t>R. L. Wagar, B. Yuan and M. B. Bickel, "Impact of Laboratory Information Systems on Clinical Laboratories," Clinical Leadership &amp; Management Review, vol. 20, 2006. 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4" name="Shape 21"/>
          <p:cNvSpPr/>
          <p:nvPr/>
        </p:nvSpPr>
        <p:spPr>
          <a:xfrm>
            <a:off x="5026025" y="5924195"/>
            <a:ext cx="2143007" cy="873007"/>
          </a:xfrm>
          <a:custGeom>
            <a:avLst/>
            <a:gdLst/>
            <a:ahLst/>
            <a:cxnLst/>
            <a:rect l="l" t="t" r="r" b="b"/>
            <a:pathLst>
              <a:path w="2143007" h="873007">
                <a:moveTo>
                  <a:pt x="150515" y="0"/>
                </a:moveTo>
                <a:lnTo>
                  <a:pt x="1992492" y="0"/>
                </a:lnTo>
                <a:cubicBezTo>
                  <a:pt x="2075619" y="0"/>
                  <a:pt x="2143007" y="67388"/>
                  <a:pt x="2143007" y="150515"/>
                </a:cubicBezTo>
                <a:lnTo>
                  <a:pt x="2143007" y="722492"/>
                </a:lnTo>
                <a:cubicBezTo>
                  <a:pt x="2143007" y="805619"/>
                  <a:pt x="2075619" y="873007"/>
                  <a:pt x="1992492" y="873007"/>
                </a:cubicBezTo>
                <a:lnTo>
                  <a:pt x="150515" y="873007"/>
                </a:lnTo>
                <a:cubicBezTo>
                  <a:pt x="67444" y="873007"/>
                  <a:pt x="0" y="805564"/>
                  <a:pt x="0" y="722492"/>
                </a:cubicBezTo>
                <a:lnTo>
                  <a:pt x="0" y="150515"/>
                </a:lnTo>
                <a:cubicBezTo>
                  <a:pt x="0" y="67444"/>
                  <a:pt x="67444" y="0"/>
                  <a:pt x="15051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10160">
            <a:solidFill>
              <a:srgbClr val="FFFF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274381" y="6078475"/>
            <a:ext cx="1646296" cy="301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7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293196" y="6417022"/>
            <a:ext cx="1608667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1614</Words>
  <Application>Microsoft Office PowerPoint</Application>
  <PresentationFormat>Widescreen</PresentationFormat>
  <Paragraphs>371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Liter</vt:lpstr>
      <vt:lpstr>Arial</vt:lpstr>
      <vt:lpstr>Quattrocento Sans</vt:lpstr>
      <vt:lpstr>微软雅黑</vt:lpstr>
      <vt:lpstr>Hedvig Letters 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Laboratory Information System (LIS) for Medical Laboratories</dc:title>
  <dc:subject>Laboratory Information System (LIS) for Medical Laboratories</dc:subject>
  <dc:creator>Kimi</dc:creator>
  <cp:lastModifiedBy>Rohit .</cp:lastModifiedBy>
  <cp:revision>19</cp:revision>
  <dcterms:created xsi:type="dcterms:W3CDTF">2026-02-22T13:01:16Z</dcterms:created>
  <dcterms:modified xsi:type="dcterms:W3CDTF">2026-03-11T14:29:41Z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{"Label":"Laboratory Information System (LIS) for Medical Laboratories","ContentProducer":"001191110108MACG2KBH8F10000","ProduceID":"19c8569d-9f92-8a28-8000-00006e7f2ce7","ReservedCode1":"","ContentPropagator":"001191110108MACG2KBH8F20000","PropagateID":"19c8569d-9f92-8a28-8000-00006e7f2ce7","ReservedCode2":""}</vt:lpwstr>
  </property>
</Properties>
</file>